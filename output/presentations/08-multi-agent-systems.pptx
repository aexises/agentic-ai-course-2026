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98e4d139dd4776" /><Relationship Type="http://schemas.openxmlformats.org/officeDocument/2006/relationships/extended-properties" Target="/docProps/app.xml" Id="R7101082b0d854210" /><Relationship Type="http://schemas.openxmlformats.org/officeDocument/2006/relationships/officeDocument" Target="/ppt/presentation.xml" Id="R333de420180c42e3" /></Relationships>
</file>

<file path=ppt/presentation.xml><?xml version="1.0" encoding="utf-8"?>
<p:presentation xmlns:p="http://schemas.openxmlformats.org/presentationml/2006/main">
  <p:sldMasterIdLst>
    <p:sldMasterId xmlns:r="http://schemas.openxmlformats.org/officeDocument/2006/relationships" id="2147483648" r:id="R922019c43dde46e8"/>
  </p:sldMasterIdLst>
  <p:notesMasterIdLst>
    <p:notesMasterId xmlns:r="http://schemas.openxmlformats.org/officeDocument/2006/relationships" r:id="R27d4a9df9d6c4a1c"/>
  </p:notesMasterIdLst>
  <p:sldIdLst>
    <p:sldId xmlns:r="http://schemas.openxmlformats.org/officeDocument/2006/relationships" id="256" r:id="R29c37f373d43456a"/>
    <p:sldId xmlns:r="http://schemas.openxmlformats.org/officeDocument/2006/relationships" id="257" r:id="Rb25d981e39fb4531"/>
    <p:sldId xmlns:r="http://schemas.openxmlformats.org/officeDocument/2006/relationships" id="258" r:id="R9967d73ca5db490f"/>
    <p:sldId xmlns:r="http://schemas.openxmlformats.org/officeDocument/2006/relationships" id="259" r:id="R21c269faa6324b5e"/>
    <p:sldId xmlns:r="http://schemas.openxmlformats.org/officeDocument/2006/relationships" id="260" r:id="R832fa8b3c4094339"/>
    <p:sldId xmlns:r="http://schemas.openxmlformats.org/officeDocument/2006/relationships" id="261" r:id="Rdb58aff08a124979"/>
    <p:sldId xmlns:r="http://schemas.openxmlformats.org/officeDocument/2006/relationships" id="262" r:id="R5096379067034acb"/>
    <p:sldId xmlns:r="http://schemas.openxmlformats.org/officeDocument/2006/relationships" id="263" r:id="Re1c19042dcb240aa"/>
    <p:sldId xmlns:r="http://schemas.openxmlformats.org/officeDocument/2006/relationships" id="264" r:id="Rca64670921874be5"/>
    <p:sldId xmlns:r="http://schemas.openxmlformats.org/officeDocument/2006/relationships" id="265" r:id="R1ab89c0fb85646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fea56af43e4442" /><Relationship Type="http://schemas.openxmlformats.org/officeDocument/2006/relationships/slideMaster" Target="/ppt/slideMasters/slideMaster1.xml" Id="R922019c43dde46e8" /><Relationship Type="http://schemas.openxmlformats.org/officeDocument/2006/relationships/notesMaster" Target="/ppt/notesMasters/notesMaster1.xml" Id="R27d4a9df9d6c4a1c" /><Relationship Type="http://schemas.openxmlformats.org/officeDocument/2006/relationships/presProps" Target="/ppt/presProps.xml" Id="R48e007c3dfab4e6e" /><Relationship Type="http://schemas.openxmlformats.org/officeDocument/2006/relationships/tableStyles" Target="/ppt/tableStyles.xml" Id="Ra68be2b386674f96" /><Relationship Type="http://schemas.openxmlformats.org/officeDocument/2006/relationships/slide" Target="/ppt/slides/slide1.xml" Id="R29c37f373d43456a" /><Relationship Type="http://schemas.openxmlformats.org/officeDocument/2006/relationships/slide" Target="/ppt/slides/slide2.xml" Id="Rb25d981e39fb4531" /><Relationship Type="http://schemas.openxmlformats.org/officeDocument/2006/relationships/slide" Target="/ppt/slides/slide3.xml" Id="R9967d73ca5db490f" /><Relationship Type="http://schemas.openxmlformats.org/officeDocument/2006/relationships/slide" Target="/ppt/slides/slide4.xml" Id="R21c269faa6324b5e" /><Relationship Type="http://schemas.openxmlformats.org/officeDocument/2006/relationships/slide" Target="/ppt/slides/slide5.xml" Id="R832fa8b3c4094339" /><Relationship Type="http://schemas.openxmlformats.org/officeDocument/2006/relationships/slide" Target="/ppt/slides/slide6.xml" Id="Rdb58aff08a124979" /><Relationship Type="http://schemas.openxmlformats.org/officeDocument/2006/relationships/slide" Target="/ppt/slides/slide7.xml" Id="R5096379067034acb" /><Relationship Type="http://schemas.openxmlformats.org/officeDocument/2006/relationships/slide" Target="/ppt/slides/slide8.xml" Id="Re1c19042dcb240aa" /><Relationship Type="http://schemas.openxmlformats.org/officeDocument/2006/relationships/slide" Target="/ppt/slides/slide9.xml" Id="Rca64670921874be5" /><Relationship Type="http://schemas.openxmlformats.org/officeDocument/2006/relationships/slide" Target="/ppt/slides/slide10.xml" Id="R1ab89c0fb85646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4dc22b57964d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9c14cfad9f4e48" /><Relationship Type="http://schemas.openxmlformats.org/officeDocument/2006/relationships/notesMaster" Target="/ppt/notesMasters/notesMaster1.xml" Id="R6d146ce484b44b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192928c1484dd6" /><Relationship Type="http://schemas.openxmlformats.org/officeDocument/2006/relationships/notesMaster" Target="/ppt/notesMasters/notesMaster1.xml" Id="R5d583737e3ab46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9f431872a74208" /><Relationship Type="http://schemas.openxmlformats.org/officeDocument/2006/relationships/notesMaster" Target="/ppt/notesMasters/notesMaster1.xml" Id="R71cf7445a4224d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85034f7d6f4e7a" /><Relationship Type="http://schemas.openxmlformats.org/officeDocument/2006/relationships/notesMaster" Target="/ppt/notesMasters/notesMaster1.xml" Id="R5475bd57347f49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ec78173d634317" /><Relationship Type="http://schemas.openxmlformats.org/officeDocument/2006/relationships/notesMaster" Target="/ppt/notesMasters/notesMaster1.xml" Id="R211a9c13821244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83a02279424138" /><Relationship Type="http://schemas.openxmlformats.org/officeDocument/2006/relationships/notesMaster" Target="/ppt/notesMasters/notesMaster1.xml" Id="R5457d306c61f4c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a618d9345c48a4" /><Relationship Type="http://schemas.openxmlformats.org/officeDocument/2006/relationships/notesMaster" Target="/ppt/notesMasters/notesMaster1.xml" Id="Rb2db9dbec8c642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dac9b8ca7c49b2" /><Relationship Type="http://schemas.openxmlformats.org/officeDocument/2006/relationships/notesMaster" Target="/ppt/notesMasters/notesMaster1.xml" Id="R2e82247ef8ac43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d6c209dea74474" /><Relationship Type="http://schemas.openxmlformats.org/officeDocument/2006/relationships/notesMaster" Target="/ppt/notesMasters/notesMaster1.xml" Id="R99522c53d42a47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671229d0074bcf" /><Relationship Type="http://schemas.openxmlformats.org/officeDocument/2006/relationships/notesMaster" Target="/ppt/notesMasters/notesMaster1.xml" Id="R86e473d39a3243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chapter thesis and connect it to the previous chapter.</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objectives as an advance organizer and as a checklist after the deck.</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claim first, then use the numbered points as evidence and design consequences.</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the central statement, then connect the lower points as a single mental model.</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as retrieval practice. Ask for an answer that defines, compares, traces, and evaluates.</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four durable ideas and linking forward to the next chapter.</a:t>
            </a:r>
          </a:p>
          <a:p xmlns:a="http://schemas.openxmlformats.org/drawingml/2006/main">
            <a:r>
              <a:t/>
            </a:r>
          </a:p>
          <a:p xmlns:a="http://schemas.openxmlformats.org/drawingml/2006/main">
            <a:r>
              <a:t>[Sources]</a:t>
            </a:r>
          </a:p>
          <a:p xmlns:a="http://schemas.openxmlformats.org/drawingml/2006/main">
            <a:r>
              <a:t>- Supplied source presentation: 08-multi-agent-systems.pdf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2c3f24ab4f45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2bf53a90534711" /><Relationship Type="http://schemas.openxmlformats.org/officeDocument/2006/relationships/slideLayout" Target="/ppt/slideLayouts/slideLayout1.xml" Id="Rc30127f371ee4a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0127f371ee4a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3581c8ad0e4ef9" /><Relationship Type="http://schemas.openxmlformats.org/officeDocument/2006/relationships/notesSlide" Target="/ppt/notesSlides/notesSlide1.xml" Id="Rf89233d2628948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f0ff83d73645d8" /><Relationship Type="http://schemas.openxmlformats.org/officeDocument/2006/relationships/notesSlide" Target="/ppt/notesSlides/notesSlide2.xml" Id="R487ac73c8d4a45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ad84a777684880" /><Relationship Type="http://schemas.openxmlformats.org/officeDocument/2006/relationships/notesSlide" Target="/ppt/notesSlides/notesSlide3.xml" Id="R20e5b7ffe35f4b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5f0c9a37c64604" /><Relationship Type="http://schemas.openxmlformats.org/officeDocument/2006/relationships/notesSlide" Target="/ppt/notesSlides/notesSlide4.xml" Id="Re54dfc6902a546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48f1ab42e1464c" /><Relationship Type="http://schemas.openxmlformats.org/officeDocument/2006/relationships/notesSlide" Target="/ppt/notesSlides/notesSlide5.xml" Id="R4d5e0fb5eb4944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91614421674654" /><Relationship Type="http://schemas.openxmlformats.org/officeDocument/2006/relationships/notesSlide" Target="/ppt/notesSlides/notesSlide6.xml" Id="R7642d63030d14d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d4624688f64427" /><Relationship Type="http://schemas.openxmlformats.org/officeDocument/2006/relationships/notesSlide" Target="/ppt/notesSlides/notesSlide7.xml" Id="Rcff6fcd654084f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f9ed49a0ad40c6" /><Relationship Type="http://schemas.openxmlformats.org/officeDocument/2006/relationships/notesSlide" Target="/ppt/notesSlides/notesSlide8.xml" Id="Rcb108697419a41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8cedf56ff643e6" /><Relationship Type="http://schemas.openxmlformats.org/officeDocument/2006/relationships/notesSlide" Target="/ppt/notesSlides/notesSlide9.xml" Id="Raa0b96ba3bb044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9e1771280249ae" /><Relationship Type="http://schemas.openxmlformats.org/officeDocument/2006/relationships/notesSlide" Target="/ppt/notesSlides/notesSlide10.xml" Id="R8d64e764156f4261"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8" name="title-accent">
            <a:extLst xmlns:a="http://schemas.openxmlformats.org/drawingml/2006/main">
              <a:ext uri="{FF2B5EF4-FFF2-40B4-BE49-F238E27FC236}">
                <a16:creationId xmlns:a16="http://schemas.microsoft.com/office/drawing/2014/main" id="{37CECE94-D8DB-4BAE-8D01-644FFB6DB3D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ourse-title">
            <a:extLst xmlns:a="http://schemas.openxmlformats.org/drawingml/2006/main">
              <a:ext uri="{FF2B5EF4-FFF2-40B4-BE49-F238E27FC236}">
                <a16:creationId xmlns:a16="http://schemas.microsoft.com/office/drawing/2014/main" id="{97181813-0310-486E-9460-841A8AA1583A}"/>
              </a:ext>
            </a:extLst>
          </p:cNvPr>
          <p:cNvSpPr>
            <a:spLocks xmlns:a="http://schemas.openxmlformats.org/drawingml/2006/main" noGrp="1"/>
          </p:cNvSpPr>
          <p:nvPr/>
        </p:nvSpPr>
        <p:spPr>
          <a:xfrm xmlns:a="http://schemas.openxmlformats.org/drawingml/2006/main">
            <a:off x="400050" y="4000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5B5B57"/>
                </a:solidFill>
                <a:latin typeface="Helvetica Neue"/>
                <a:ea typeface="Helvetica Neue"/>
                <a:cs typeface="Helvetica Neue"/>
              </a:defRPr>
            </a:pPr>
            <a:r>
              <a:rPr sz="1650" b="1">
                <a:solidFill>
                  <a:srgbClr val="5B5B57"/>
                </a:solidFill>
                <a:latin typeface="Helvetica Neue"/>
                <a:ea typeface="Helvetica Neue"/>
                <a:cs typeface="Helvetica Neue"/>
              </a:rPr>
              <a:t>AGENTIC AI</a:t>
            </a:r>
          </a:p>
        </p:txBody>
      </p:sp>
      <p:sp>
        <p:nvSpPr>
          <p:cNvPr id="3" name="chapter-number">
            <a:extLst xmlns:a="http://schemas.openxmlformats.org/drawingml/2006/main">
              <a:ext uri="{FF2B5EF4-FFF2-40B4-BE49-F238E27FC236}">
                <a16:creationId xmlns:a16="http://schemas.microsoft.com/office/drawing/2014/main" id="{62CD903B-727C-4863-B5A7-C54ACBAEF414}"/>
              </a:ext>
            </a:extLst>
          </p:cNvPr>
          <p:cNvSpPr>
            <a:spLocks xmlns:a="http://schemas.openxmlformats.org/drawingml/2006/main" noGrp="1"/>
          </p:cNvSpPr>
          <p:nvPr/>
        </p:nvSpPr>
        <p:spPr>
          <a:xfrm xmlns:a="http://schemas.openxmlformats.org/drawingml/2006/main">
            <a:off x="10096500" y="361950"/>
            <a:ext cx="1676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400" b="1">
                <a:solidFill>
                  <a:srgbClr val="111111"/>
                </a:solidFill>
                <a:latin typeface="Helvetica Neue"/>
                <a:ea typeface="Helvetica Neue"/>
                <a:cs typeface="Helvetica Neue"/>
              </a:defRPr>
            </a:pPr>
            <a:r>
              <a:rPr sz="2400" b="1">
                <a:solidFill>
                  <a:srgbClr val="111111"/>
                </a:solidFill>
                <a:latin typeface="Helvetica Neue"/>
                <a:ea typeface="Helvetica Neue"/>
                <a:cs typeface="Helvetica Neue"/>
              </a:rPr>
              <a:t>08</a:t>
            </a:r>
          </a:p>
        </p:txBody>
      </p:sp>
      <p:sp>
        <p:nvSpPr>
          <p:cNvPr id="4" name="deck-title">
            <a:extLst xmlns:a="http://schemas.openxmlformats.org/drawingml/2006/main">
              <a:ext uri="{FF2B5EF4-FFF2-40B4-BE49-F238E27FC236}">
                <a16:creationId xmlns:a16="http://schemas.microsoft.com/office/drawing/2014/main" id="{1E0CDA67-BEBA-411A-8951-94F07BDFF825}"/>
              </a:ext>
            </a:extLst>
          </p:cNvPr>
          <p:cNvSpPr>
            <a:spLocks xmlns:a="http://schemas.openxmlformats.org/drawingml/2006/main" noGrp="1"/>
          </p:cNvSpPr>
          <p:nvPr/>
        </p:nvSpPr>
        <p:spPr>
          <a:xfrm xmlns:a="http://schemas.openxmlformats.org/drawingml/2006/main">
            <a:off x="400050" y="1524000"/>
            <a:ext cx="9858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defRPr sz="4800" b="1">
                <a:solidFill>
                  <a:srgbClr val="111111"/>
                </a:solidFill>
                <a:latin typeface="Helvetica Neue"/>
                <a:ea typeface="Helvetica Neue"/>
                <a:cs typeface="Helvetica Neue"/>
              </a:defRPr>
            </a:pPr>
            <a:r>
              <a:rPr sz="4800" b="1">
                <a:solidFill>
                  <a:srgbClr val="111111"/>
                </a:solidFill>
                <a:latin typeface="Helvetica Neue"/>
                <a:ea typeface="Helvetica Neue"/>
                <a:cs typeface="Helvetica Neue"/>
              </a:rPr>
              <a:t>Multi-Agent Systems</a:t>
            </a:r>
          </a:p>
        </p:txBody>
      </p:sp>
      <p:sp>
        <p:nvSpPr>
          <p:cNvPr id="5" name="deck-thesis">
            <a:extLst xmlns:a="http://schemas.openxmlformats.org/drawingml/2006/main">
              <a:ext uri="{FF2B5EF4-FFF2-40B4-BE49-F238E27FC236}">
                <a16:creationId xmlns:a16="http://schemas.microsoft.com/office/drawing/2014/main" id="{B258AD34-EC9D-4C28-BC19-1C2A41332956}"/>
              </a:ext>
            </a:extLst>
          </p:cNvPr>
          <p:cNvSpPr>
            <a:spLocks xmlns:a="http://schemas.openxmlformats.org/drawingml/2006/main" noGrp="1"/>
          </p:cNvSpPr>
          <p:nvPr/>
        </p:nvSpPr>
        <p:spPr>
          <a:xfrm xmlns:a="http://schemas.openxmlformats.org/drawingml/2006/main">
            <a:off x="400050" y="4610100"/>
            <a:ext cx="8524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0">
                <a:solidFill>
                  <a:srgbClr val="5B5B57"/>
                </a:solidFill>
                <a:latin typeface="Helvetica Neue"/>
                <a:ea typeface="Helvetica Neue"/>
                <a:cs typeface="Helvetica Neue"/>
              </a:defRPr>
            </a:pPr>
            <a:r>
              <a:rPr sz="2025" b="0">
                <a:solidFill>
                  <a:srgbClr val="5B5B57"/>
                </a:solidFill>
                <a:latin typeface="Helvetica Neue"/>
                <a:ea typeface="Helvetica Neue"/>
                <a:cs typeface="Helvetica Neue"/>
              </a:rPr>
              <a:t>Multiple agents add specialization, modularity, parallelism, and context division only when coordination costs are explicitly designed.</a:t>
            </a:r>
          </a:p>
        </p:txBody>
      </p:sp>
      <p:sp>
        <p:nvSpPr>
          <p:cNvPr id="6" name="title-marker">
            <a:extLst xmlns:a="http://schemas.openxmlformats.org/drawingml/2006/main">
              <a:ext uri="{FF2B5EF4-FFF2-40B4-BE49-F238E27FC236}">
                <a16:creationId xmlns:a16="http://schemas.microsoft.com/office/drawing/2014/main" id="{0543BCBD-8E1D-4EB0-BBEE-66BAC76300A8}"/>
              </a:ext>
            </a:extLst>
          </p:cNvPr>
          <p:cNvSpPr>
            <a:spLocks xmlns:a="http://schemas.openxmlformats.org/drawingml/2006/main" noGrp="1"/>
          </p:cNvSpPr>
          <p:nvPr/>
        </p:nvSpPr>
        <p:spPr>
          <a:xfrm xmlns:a="http://schemas.openxmlformats.org/drawingml/2006/main">
            <a:off x="9525000" y="4610100"/>
            <a:ext cx="2266950" cy="11049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7" name="title-marker-text">
            <a:extLst xmlns:a="http://schemas.openxmlformats.org/drawingml/2006/main">
              <a:ext uri="{FF2B5EF4-FFF2-40B4-BE49-F238E27FC236}">
                <a16:creationId xmlns:a16="http://schemas.microsoft.com/office/drawing/2014/main" id="{CAC31211-FBBD-4C7C-9754-F221EE9E37EF}"/>
              </a:ext>
            </a:extLst>
          </p:cNvPr>
          <p:cNvSpPr>
            <a:spLocks xmlns:a="http://schemas.openxmlformats.org/drawingml/2006/main" noGrp="1"/>
          </p:cNvSpPr>
          <p:nvPr/>
        </p:nvSpPr>
        <p:spPr>
          <a:xfrm xmlns:a="http://schemas.openxmlformats.org/drawingml/2006/main">
            <a:off x="9753600" y="4762500"/>
            <a:ext cx="180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STUDY</a:t>
            </a:r>
          </a:p>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DECK</a:t>
            </a:r>
          </a:p>
        </p:txBody>
      </p:sp>
    </p:spTree>
    <p:extLst>
      <p:ext uri="{BB962C8B-B14F-4D97-AF65-F5344CB8AC3E}">
        <p14:creationId xmlns:p14="http://schemas.microsoft.com/office/powerpoint/2010/main" val="21078797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DA2B34C9-00DB-445C-BF92-A68FCB2DCFA1}"/>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C018C905-FBBB-4172-B06E-6F8E7978480B}"/>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LEARNING MAP  /  08</a:t>
            </a:r>
          </a:p>
        </p:txBody>
      </p:sp>
      <p:sp>
        <p:nvSpPr>
          <p:cNvPr id="3" name="slide-number">
            <a:extLst xmlns:a="http://schemas.openxmlformats.org/drawingml/2006/main">
              <a:ext uri="{FF2B5EF4-FFF2-40B4-BE49-F238E27FC236}">
                <a16:creationId xmlns:a16="http://schemas.microsoft.com/office/drawing/2014/main" id="{C2AF185E-3F8A-4D94-B575-7FD86CD5718C}"/>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02</a:t>
            </a:r>
          </a:p>
        </p:txBody>
      </p:sp>
      <p:sp>
        <p:nvSpPr>
          <p:cNvPr id="4" name="chapter-footer">
            <a:extLst xmlns:a="http://schemas.openxmlformats.org/drawingml/2006/main">
              <a:ext uri="{FF2B5EF4-FFF2-40B4-BE49-F238E27FC236}">
                <a16:creationId xmlns:a16="http://schemas.microsoft.com/office/drawing/2014/main" id="{2DA95E04-D1CB-40C9-8CD8-F93AAE60AEA4}"/>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objectives-title">
            <a:extLst xmlns:a="http://schemas.openxmlformats.org/drawingml/2006/main">
              <a:ext uri="{FF2B5EF4-FFF2-40B4-BE49-F238E27FC236}">
                <a16:creationId xmlns:a16="http://schemas.microsoft.com/office/drawing/2014/main" id="{8D668344-8C34-483A-BA72-908859F8ADB7}"/>
              </a:ext>
            </a:extLst>
          </p:cNvPr>
          <p:cNvSpPr>
            <a:spLocks xmlns:a="http://schemas.openxmlformats.org/drawingml/2006/main" noGrp="1"/>
          </p:cNvSpPr>
          <p:nvPr/>
        </p:nvSpPr>
        <p:spPr>
          <a:xfrm xmlns:a="http://schemas.openxmlformats.org/drawingml/2006/main">
            <a:off x="390525" y="9906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By the end, you should be able to...</a:t>
            </a:r>
          </a:p>
        </p:txBody>
      </p:sp>
      <p:sp>
        <p:nvSpPr>
          <p:cNvPr id="6" name="objective-number-1">
            <a:extLst xmlns:a="http://schemas.openxmlformats.org/drawingml/2006/main">
              <a:ext uri="{FF2B5EF4-FFF2-40B4-BE49-F238E27FC236}">
                <a16:creationId xmlns:a16="http://schemas.microsoft.com/office/drawing/2014/main" id="{C327C0BC-E320-4E70-A182-491F805C1B26}"/>
              </a:ext>
            </a:extLst>
          </p:cNvPr>
          <p:cNvSpPr>
            <a:spLocks xmlns:a="http://schemas.openxmlformats.org/drawingml/2006/main" noGrp="1"/>
          </p:cNvSpPr>
          <p:nvPr/>
        </p:nvSpPr>
        <p:spPr>
          <a:xfrm xmlns:a="http://schemas.openxmlformats.org/drawingml/2006/main">
            <a:off x="39052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01</a:t>
            </a:r>
          </a:p>
        </p:txBody>
      </p:sp>
      <p:sp>
        <p:nvSpPr>
          <p:cNvPr id="7" name="objective-1">
            <a:extLst xmlns:a="http://schemas.openxmlformats.org/drawingml/2006/main">
              <a:ext uri="{FF2B5EF4-FFF2-40B4-BE49-F238E27FC236}">
                <a16:creationId xmlns:a16="http://schemas.microsoft.com/office/drawing/2014/main" id="{C090E7A9-0798-46BF-9841-4ED0E7962E3B}"/>
              </a:ext>
            </a:extLst>
          </p:cNvPr>
          <p:cNvSpPr>
            <a:spLocks xmlns:a="http://schemas.openxmlformats.org/drawingml/2006/main" noGrp="1"/>
          </p:cNvSpPr>
          <p:nvPr/>
        </p:nvSpPr>
        <p:spPr>
          <a:xfrm xmlns:a="http://schemas.openxmlformats.org/drawingml/2006/main">
            <a:off x="39052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Decide when multiple agents help</a:t>
            </a:r>
          </a:p>
        </p:txBody>
      </p:sp>
      <p:sp>
        <p:nvSpPr>
          <p:cNvPr id="8" name="objective-number-2">
            <a:extLst xmlns:a="http://schemas.openxmlformats.org/drawingml/2006/main">
              <a:ext uri="{FF2B5EF4-FFF2-40B4-BE49-F238E27FC236}">
                <a16:creationId xmlns:a16="http://schemas.microsoft.com/office/drawing/2014/main" id="{70E3BA52-D703-4C49-A14C-6751267B333F}"/>
              </a:ext>
            </a:extLst>
          </p:cNvPr>
          <p:cNvSpPr>
            <a:spLocks xmlns:a="http://schemas.openxmlformats.org/drawingml/2006/main" noGrp="1"/>
          </p:cNvSpPr>
          <p:nvPr/>
        </p:nvSpPr>
        <p:spPr>
          <a:xfrm xmlns:a="http://schemas.openxmlformats.org/drawingml/2006/main">
            <a:off x="327660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02</a:t>
            </a:r>
          </a:p>
        </p:txBody>
      </p:sp>
      <p:sp>
        <p:nvSpPr>
          <p:cNvPr id="9" name="objective-2">
            <a:extLst xmlns:a="http://schemas.openxmlformats.org/drawingml/2006/main">
              <a:ext uri="{FF2B5EF4-FFF2-40B4-BE49-F238E27FC236}">
                <a16:creationId xmlns:a16="http://schemas.microsoft.com/office/drawing/2014/main" id="{14622154-A4B6-4A66-AE0D-5C5811B5660F}"/>
              </a:ext>
            </a:extLst>
          </p:cNvPr>
          <p:cNvSpPr>
            <a:spLocks xmlns:a="http://schemas.openxmlformats.org/drawingml/2006/main" noGrp="1"/>
          </p:cNvSpPr>
          <p:nvPr/>
        </p:nvSpPr>
        <p:spPr>
          <a:xfrm xmlns:a="http://schemas.openxmlformats.org/drawingml/2006/main">
            <a:off x="327660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Design roles, communication, and coordination</a:t>
            </a:r>
          </a:p>
        </p:txBody>
      </p:sp>
      <p:sp>
        <p:nvSpPr>
          <p:cNvPr id="10" name="objective-number-3">
            <a:extLst xmlns:a="http://schemas.openxmlformats.org/drawingml/2006/main">
              <a:ext uri="{FF2B5EF4-FFF2-40B4-BE49-F238E27FC236}">
                <a16:creationId xmlns:a16="http://schemas.microsoft.com/office/drawing/2014/main" id="{1719B23D-DD68-499D-BEA0-26C591DD078B}"/>
              </a:ext>
            </a:extLst>
          </p:cNvPr>
          <p:cNvSpPr>
            <a:spLocks xmlns:a="http://schemas.openxmlformats.org/drawingml/2006/main" noGrp="1"/>
          </p:cNvSpPr>
          <p:nvPr/>
        </p:nvSpPr>
        <p:spPr>
          <a:xfrm xmlns:a="http://schemas.openxmlformats.org/drawingml/2006/main">
            <a:off x="6162675"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03</a:t>
            </a:r>
          </a:p>
        </p:txBody>
      </p:sp>
      <p:sp>
        <p:nvSpPr>
          <p:cNvPr id="11" name="objective-3">
            <a:extLst xmlns:a="http://schemas.openxmlformats.org/drawingml/2006/main">
              <a:ext uri="{FF2B5EF4-FFF2-40B4-BE49-F238E27FC236}">
                <a16:creationId xmlns:a16="http://schemas.microsoft.com/office/drawing/2014/main" id="{6EC6343D-BD2B-436D-A378-8248461C0769}"/>
              </a:ext>
            </a:extLst>
          </p:cNvPr>
          <p:cNvSpPr>
            <a:spLocks xmlns:a="http://schemas.openxmlformats.org/drawingml/2006/main" noGrp="1"/>
          </p:cNvSpPr>
          <p:nvPr/>
        </p:nvSpPr>
        <p:spPr>
          <a:xfrm xmlns:a="http://schemas.openxmlformats.org/drawingml/2006/main">
            <a:off x="6162675"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Compare centralized, decentralized, and hierarchical topologies</a:t>
            </a:r>
          </a:p>
        </p:txBody>
      </p:sp>
      <p:sp>
        <p:nvSpPr>
          <p:cNvPr id="12" name="objective-number-4">
            <a:extLst xmlns:a="http://schemas.openxmlformats.org/drawingml/2006/main">
              <a:ext uri="{FF2B5EF4-FFF2-40B4-BE49-F238E27FC236}">
                <a16:creationId xmlns:a16="http://schemas.microsoft.com/office/drawing/2014/main" id="{7BC33D0D-D46F-45D9-8629-D69FB6D11B51}"/>
              </a:ext>
            </a:extLst>
          </p:cNvPr>
          <p:cNvSpPr>
            <a:spLocks xmlns:a="http://schemas.openxmlformats.org/drawingml/2006/main" noGrp="1"/>
          </p:cNvSpPr>
          <p:nvPr/>
        </p:nvSpPr>
        <p:spPr>
          <a:xfrm xmlns:a="http://schemas.openxmlformats.org/drawingml/2006/main">
            <a:off x="9048750" y="2381250"/>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450" b="1">
                <a:solidFill>
                  <a:srgbClr val="FFB45E"/>
                </a:solidFill>
                <a:latin typeface="Helvetica Neue"/>
                <a:ea typeface="Helvetica Neue"/>
                <a:cs typeface="Helvetica Neue"/>
              </a:defRPr>
            </a:pPr>
            <a:r>
              <a:rPr sz="3450" b="1">
                <a:solidFill>
                  <a:srgbClr val="FFB45E"/>
                </a:solidFill>
                <a:latin typeface="Helvetica Neue"/>
                <a:ea typeface="Helvetica Neue"/>
                <a:cs typeface="Helvetica Neue"/>
              </a:rPr>
              <a:t>04</a:t>
            </a:r>
          </a:p>
        </p:txBody>
      </p:sp>
      <p:sp>
        <p:nvSpPr>
          <p:cNvPr id="13" name="objective-4">
            <a:extLst xmlns:a="http://schemas.openxmlformats.org/drawingml/2006/main">
              <a:ext uri="{FF2B5EF4-FFF2-40B4-BE49-F238E27FC236}">
                <a16:creationId xmlns:a16="http://schemas.microsoft.com/office/drawing/2014/main" id="{6191C1D6-7753-4B68-BBD5-A5C503E8E127}"/>
              </a:ext>
            </a:extLst>
          </p:cNvPr>
          <p:cNvSpPr>
            <a:spLocks xmlns:a="http://schemas.openxmlformats.org/drawingml/2006/main" noGrp="1"/>
          </p:cNvSpPr>
          <p:nvPr/>
        </p:nvSpPr>
        <p:spPr>
          <a:xfrm xmlns:a="http://schemas.openxmlformats.org/drawingml/2006/main">
            <a:off x="9048750" y="3143250"/>
            <a:ext cx="238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Bound multi-agent cost and termination</a:t>
            </a:r>
          </a:p>
        </p:txBody>
      </p:sp>
    </p:spTree>
    <p:extLst>
      <p:ext uri="{BB962C8B-B14F-4D97-AF65-F5344CB8AC3E}">
        <p14:creationId xmlns:p14="http://schemas.microsoft.com/office/powerpoint/2010/main" val="11803813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A65FB0A0-BD08-4A4E-B05F-6E0EF7F1ED47}"/>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05767FF9-7AE0-4956-A71D-42391F2418BF}"/>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01  /  08</a:t>
            </a:r>
          </a:p>
        </p:txBody>
      </p:sp>
      <p:sp>
        <p:nvSpPr>
          <p:cNvPr id="3" name="slide-number">
            <a:extLst xmlns:a="http://schemas.openxmlformats.org/drawingml/2006/main">
              <a:ext uri="{FF2B5EF4-FFF2-40B4-BE49-F238E27FC236}">
                <a16:creationId xmlns:a16="http://schemas.microsoft.com/office/drawing/2014/main" id="{3A8F7468-0553-404E-B9C5-3A3A76656624}"/>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03</a:t>
            </a:r>
          </a:p>
        </p:txBody>
      </p:sp>
      <p:sp>
        <p:nvSpPr>
          <p:cNvPr id="4" name="chapter-footer">
            <a:extLst xmlns:a="http://schemas.openxmlformats.org/drawingml/2006/main">
              <a:ext uri="{FF2B5EF4-FFF2-40B4-BE49-F238E27FC236}">
                <a16:creationId xmlns:a16="http://schemas.microsoft.com/office/drawing/2014/main" id="{DBF16143-891F-4F2C-BFAF-58D195375185}"/>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section-title">
            <a:extLst xmlns:a="http://schemas.openxmlformats.org/drawingml/2006/main">
              <a:ext uri="{FF2B5EF4-FFF2-40B4-BE49-F238E27FC236}">
                <a16:creationId xmlns:a16="http://schemas.microsoft.com/office/drawing/2014/main" id="{60F33371-1592-4BA7-AD7C-54830CF122A1}"/>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More agents are useful only for separable work</a:t>
            </a:r>
          </a:p>
        </p:txBody>
      </p:sp>
      <p:sp>
        <p:nvSpPr>
          <p:cNvPr id="6" name="section-explanation">
            <a:extLst xmlns:a="http://schemas.openxmlformats.org/drawingml/2006/main">
              <a:ext uri="{FF2B5EF4-FFF2-40B4-BE49-F238E27FC236}">
                <a16:creationId xmlns:a16="http://schemas.microsoft.com/office/drawing/2014/main" id="{7BAB098E-1161-44A6-9C6F-BED2A0799240}"/>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A focused role, prompt, tool set, and context can outperform one overloaded agent. Multiple agents also allow modular testing, parallel tasks, and divided context. These gains disappear when work is tightly coupled or one well-equipped agent already succeeds.</a:t>
            </a:r>
          </a:p>
        </p:txBody>
      </p:sp>
      <p:sp>
        <p:nvSpPr>
          <p:cNvPr id="7" name="column-rule">
            <a:extLst xmlns:a="http://schemas.openxmlformats.org/drawingml/2006/main">
              <a:ext uri="{FF2B5EF4-FFF2-40B4-BE49-F238E27FC236}">
                <a16:creationId xmlns:a16="http://schemas.microsoft.com/office/drawing/2014/main" id="{82C9790A-725A-4D98-974D-2BA8357AE586}"/>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6148D3F2-7975-4899-9EC0-0651F916AF35}"/>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Specialization narrows behavior and tool choice.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Modularity makes agents independently replaceable.</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Parallelism reduces time only for independent subtasks.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Context division keeps each working set relevant.</a:t>
            </a:r>
          </a:p>
        </p:txBody>
      </p:sp>
    </p:spTree>
    <p:extLst>
      <p:ext uri="{BB962C8B-B14F-4D97-AF65-F5344CB8AC3E}">
        <p14:creationId xmlns:p14="http://schemas.microsoft.com/office/powerpoint/2010/main" val="33171572"/>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7822E272-8CF2-4214-8B24-83D06FF342C9}"/>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1CDCCDF6-9853-4E63-A3FA-0387F6E9B08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02  /  08</a:t>
            </a:r>
          </a:p>
        </p:txBody>
      </p:sp>
      <p:sp>
        <p:nvSpPr>
          <p:cNvPr id="3" name="slide-number">
            <a:extLst xmlns:a="http://schemas.openxmlformats.org/drawingml/2006/main">
              <a:ext uri="{FF2B5EF4-FFF2-40B4-BE49-F238E27FC236}">
                <a16:creationId xmlns:a16="http://schemas.microsoft.com/office/drawing/2014/main" id="{0F2AB850-4F4C-4A50-8FA2-8547BA36659A}"/>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04</a:t>
            </a:r>
          </a:p>
        </p:txBody>
      </p:sp>
      <p:sp>
        <p:nvSpPr>
          <p:cNvPr id="4" name="chapter-footer">
            <a:extLst xmlns:a="http://schemas.openxmlformats.org/drawingml/2006/main">
              <a:ext uri="{FF2B5EF4-FFF2-40B4-BE49-F238E27FC236}">
                <a16:creationId xmlns:a16="http://schemas.microsoft.com/office/drawing/2014/main" id="{07EAE772-8E4B-4DB9-AC52-CB7218C7F917}"/>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section-title">
            <a:extLst xmlns:a="http://schemas.openxmlformats.org/drawingml/2006/main">
              <a:ext uri="{FF2B5EF4-FFF2-40B4-BE49-F238E27FC236}">
                <a16:creationId xmlns:a16="http://schemas.microsoft.com/office/drawing/2014/main" id="{A742D26F-E9BB-4BE2-A3C7-364DC24FDA69}"/>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Coordination is the price of specialization</a:t>
            </a:r>
          </a:p>
        </p:txBody>
      </p:sp>
      <p:sp>
        <p:nvSpPr>
          <p:cNvPr id="6" name="section-explanation">
            <a:extLst xmlns:a="http://schemas.openxmlformats.org/drawingml/2006/main">
              <a:ext uri="{FF2B5EF4-FFF2-40B4-BE49-F238E27FC236}">
                <a16:creationId xmlns:a16="http://schemas.microsoft.com/office/drawing/2014/main" id="{A605CB5A-B8B8-41C3-9CC8-2732CC2BCAA6}"/>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Each agent adds model calls and communication. Errors can propagate through handoffs, disagreement needs resolution, and someone must decide when the team is done. Multi-agent designs are harder to trace and secure.</a:t>
            </a:r>
          </a:p>
        </p:txBody>
      </p:sp>
      <p:sp>
        <p:nvSpPr>
          <p:cNvPr id="7" name="point-band-1">
            <a:extLst xmlns:a="http://schemas.openxmlformats.org/drawingml/2006/main">
              <a:ext uri="{FF2B5EF4-FFF2-40B4-BE49-F238E27FC236}">
                <a16:creationId xmlns:a16="http://schemas.microsoft.com/office/drawing/2014/main" id="{3A8A3B2F-889B-416E-9A7F-0033BA719BC0}"/>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AA9A9233-D040-4169-A04C-1640839EA47E}"/>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Cost grows with agents, turns, and coordination rounds.</a:t>
            </a:r>
          </a:p>
        </p:txBody>
      </p:sp>
      <p:sp>
        <p:nvSpPr>
          <p:cNvPr id="9" name="point-band-2">
            <a:extLst xmlns:a="http://schemas.openxmlformats.org/drawingml/2006/main">
              <a:ext uri="{FF2B5EF4-FFF2-40B4-BE49-F238E27FC236}">
                <a16:creationId xmlns:a16="http://schemas.microsoft.com/office/drawing/2014/main" id="{3607DAA8-FAE0-441C-9F63-8C10D1D9798A}"/>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70B73C10-56DE-4CBD-85BF-17C65892C6E0}"/>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Messages consume context and can carry errors or injections.</a:t>
            </a:r>
          </a:p>
        </p:txBody>
      </p:sp>
      <p:sp>
        <p:nvSpPr>
          <p:cNvPr id="11" name="point-band-3">
            <a:extLst xmlns:a="http://schemas.openxmlformats.org/drawingml/2006/main">
              <a:ext uri="{FF2B5EF4-FFF2-40B4-BE49-F238E27FC236}">
                <a16:creationId xmlns:a16="http://schemas.microsoft.com/office/drawing/2014/main" id="{524CA32B-D99C-41EE-94A1-2A6DB429A206}"/>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78A9AA3C-B99D-45E7-9CD5-3F6D396FECE6}"/>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Termination needs shared budgets and a clear owner.</a:t>
            </a:r>
          </a:p>
        </p:txBody>
      </p:sp>
      <p:sp>
        <p:nvSpPr>
          <p:cNvPr id="13" name="point-band-4">
            <a:extLst xmlns:a="http://schemas.openxmlformats.org/drawingml/2006/main">
              <a:ext uri="{FF2B5EF4-FFF2-40B4-BE49-F238E27FC236}">
                <a16:creationId xmlns:a16="http://schemas.microsoft.com/office/drawing/2014/main" id="{7BF6ACEF-ED0C-44A3-AC49-DEBEA8A6E81B}"/>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4" name="point-4">
            <a:extLst xmlns:a="http://schemas.openxmlformats.org/drawingml/2006/main">
              <a:ext uri="{FF2B5EF4-FFF2-40B4-BE49-F238E27FC236}">
                <a16:creationId xmlns:a16="http://schemas.microsoft.com/office/drawing/2014/main" id="{2A33520E-EAE2-4BC1-8E29-D2AADE5AD5AD}"/>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Start with a single agent and add roles for measured reasons.</a:t>
            </a:r>
          </a:p>
        </p:txBody>
      </p:sp>
    </p:spTree>
    <p:extLst>
      <p:ext uri="{BB962C8B-B14F-4D97-AF65-F5344CB8AC3E}">
        <p14:creationId xmlns:p14="http://schemas.microsoft.com/office/powerpoint/2010/main" val="14320558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DAF2B93F-10F0-45D6-AB1A-CE79E8A9E9CE}"/>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BBA18DE5-2F57-46A6-B10E-DF0775C459F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03  /  08</a:t>
            </a:r>
          </a:p>
        </p:txBody>
      </p:sp>
      <p:sp>
        <p:nvSpPr>
          <p:cNvPr id="3" name="slide-number">
            <a:extLst xmlns:a="http://schemas.openxmlformats.org/drawingml/2006/main">
              <a:ext uri="{FF2B5EF4-FFF2-40B4-BE49-F238E27FC236}">
                <a16:creationId xmlns:a16="http://schemas.microsoft.com/office/drawing/2014/main" id="{CEF746DE-3772-4137-8A67-61C7B79B2C96}"/>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05</a:t>
            </a:r>
          </a:p>
        </p:txBody>
      </p:sp>
      <p:sp>
        <p:nvSpPr>
          <p:cNvPr id="4" name="chapter-footer">
            <a:extLst xmlns:a="http://schemas.openxmlformats.org/drawingml/2006/main">
              <a:ext uri="{FF2B5EF4-FFF2-40B4-BE49-F238E27FC236}">
                <a16:creationId xmlns:a16="http://schemas.microsoft.com/office/drawing/2014/main" id="{F60EE44A-A178-4F14-A023-48E7AC306993}"/>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section-title">
            <a:extLst xmlns:a="http://schemas.openxmlformats.org/drawingml/2006/main">
              <a:ext uri="{FF2B5EF4-FFF2-40B4-BE49-F238E27FC236}">
                <a16:creationId xmlns:a16="http://schemas.microsoft.com/office/drawing/2014/main" id="{861E036A-F407-4B69-9386-08EBB1B384D7}"/>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Design collaboration along four dimensions</a:t>
            </a:r>
          </a:p>
        </p:txBody>
      </p:sp>
      <p:sp>
        <p:nvSpPr>
          <p:cNvPr id="6" name="section-explanation">
            <a:extLst xmlns:a="http://schemas.openxmlformats.org/drawingml/2006/main">
              <a:ext uri="{FF2B5EF4-FFF2-40B4-BE49-F238E27FC236}">
                <a16:creationId xmlns:a16="http://schemas.microsoft.com/office/drawing/2014/main" id="{EACA9E23-699A-401F-B95E-32EABBC6819E}"/>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Roles define responsibility; communication defines information exchange; coordination selects the next actor and completion rule; evolution determines whether agents adapt through feedback or reflection.</a:t>
            </a:r>
          </a:p>
        </p:txBody>
      </p:sp>
      <p:sp>
        <p:nvSpPr>
          <p:cNvPr id="7" name="column-rule">
            <a:extLst xmlns:a="http://schemas.openxmlformats.org/drawingml/2006/main">
              <a:ext uri="{FF2B5EF4-FFF2-40B4-BE49-F238E27FC236}">
                <a16:creationId xmlns:a16="http://schemas.microsoft.com/office/drawing/2014/main" id="{E69EA70A-4FCC-4A89-973F-FF150977B8E7}"/>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D771BE13-EC50-4E54-B35E-4960910F07E9}"/>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Give roles distinct objectives and tool scopes.</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Choose shared state or explicit messages deliberately.</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Define handoff contracts and synthesis ownership.</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Keep adaptation separate from uncontrolled drift.</a:t>
            </a:r>
          </a:p>
        </p:txBody>
      </p:sp>
    </p:spTree>
    <p:extLst>
      <p:ext uri="{BB962C8B-B14F-4D97-AF65-F5344CB8AC3E}">
        <p14:creationId xmlns:p14="http://schemas.microsoft.com/office/powerpoint/2010/main" val="1206576678"/>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accent-line">
            <a:extLst xmlns:a="http://schemas.openxmlformats.org/drawingml/2006/main">
              <a:ext uri="{FF2B5EF4-FFF2-40B4-BE49-F238E27FC236}">
                <a16:creationId xmlns:a16="http://schemas.microsoft.com/office/drawing/2014/main" id="{74EBA63A-8EC2-4C89-8C75-20C97A3BA42A}"/>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3226DE08-FF15-4E4C-B312-12EBACA4FEFD}"/>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04  /  08</a:t>
            </a:r>
          </a:p>
        </p:txBody>
      </p:sp>
      <p:sp>
        <p:nvSpPr>
          <p:cNvPr id="3" name="slide-number">
            <a:extLst xmlns:a="http://schemas.openxmlformats.org/drawingml/2006/main">
              <a:ext uri="{FF2B5EF4-FFF2-40B4-BE49-F238E27FC236}">
                <a16:creationId xmlns:a16="http://schemas.microsoft.com/office/drawing/2014/main" id="{2265785C-4EB4-4CDC-B9F0-81A2318D3098}"/>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06</a:t>
            </a:r>
          </a:p>
        </p:txBody>
      </p:sp>
      <p:sp>
        <p:nvSpPr>
          <p:cNvPr id="4" name="chapter-footer">
            <a:extLst xmlns:a="http://schemas.openxmlformats.org/drawingml/2006/main">
              <a:ext uri="{FF2B5EF4-FFF2-40B4-BE49-F238E27FC236}">
                <a16:creationId xmlns:a16="http://schemas.microsoft.com/office/drawing/2014/main" id="{D5257FE3-9172-4CF3-A28B-F778890BC9F4}"/>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section-title">
            <a:extLst xmlns:a="http://schemas.openxmlformats.org/drawingml/2006/main">
              <a:ext uri="{FF2B5EF4-FFF2-40B4-BE49-F238E27FC236}">
                <a16:creationId xmlns:a16="http://schemas.microsoft.com/office/drawing/2014/main" id="{28523407-C52F-425A-B64F-66D90AF87F29}"/>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 runtime supplies identity, lifecycle, and delivery</a:t>
            </a:r>
          </a:p>
        </p:txBody>
      </p:sp>
      <p:sp>
        <p:nvSpPr>
          <p:cNvPr id="6" name="section-explanation">
            <a:extLst xmlns:a="http://schemas.openxmlformats.org/drawingml/2006/main">
              <a:ext uri="{FF2B5EF4-FFF2-40B4-BE49-F238E27FC236}">
                <a16:creationId xmlns:a16="http://schemas.microsoft.com/office/drawing/2014/main" id="{AED6454B-B603-4C1E-ABCB-FE092CF510EA}"/>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The application sits on a runtime that creates and retires agent instances, uniquely addresses them, and routes messages. Standalone runtimes are simpler; distributed runtimes add process, machine, language, isolation, and operations concerns.</a:t>
            </a:r>
          </a:p>
        </p:txBody>
      </p:sp>
      <p:sp>
        <p:nvSpPr>
          <p:cNvPr id="7" name="point-band-1">
            <a:extLst xmlns:a="http://schemas.openxmlformats.org/drawingml/2006/main">
              <a:ext uri="{FF2B5EF4-FFF2-40B4-BE49-F238E27FC236}">
                <a16:creationId xmlns:a16="http://schemas.microsoft.com/office/drawing/2014/main" id="{B8235946-1137-4692-AFEC-5CA48E698737}"/>
              </a:ext>
            </a:extLst>
          </p:cNvPr>
          <p:cNvSpPr>
            <a:spLocks xmlns:a="http://schemas.openxmlformats.org/drawingml/2006/main" noGrp="1"/>
          </p:cNvSpPr>
          <p:nvPr/>
        </p:nvSpPr>
        <p:spPr>
          <a:xfrm xmlns:a="http://schemas.openxmlformats.org/drawingml/2006/main">
            <a:off x="39052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D6255B9D-85BC-442F-B95C-C9D04CD222CB}"/>
              </a:ext>
            </a:extLst>
          </p:cNvPr>
          <p:cNvSpPr>
            <a:spLocks xmlns:a="http://schemas.openxmlformats.org/drawingml/2006/main" noGrp="1"/>
          </p:cNvSpPr>
          <p:nvPr/>
        </p:nvSpPr>
        <p:spPr>
          <a:xfrm xmlns:a="http://schemas.openxmlformats.org/drawingml/2006/main">
            <a:off x="3905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Use one process for development and simple applications.</a:t>
            </a:r>
          </a:p>
        </p:txBody>
      </p:sp>
      <p:sp>
        <p:nvSpPr>
          <p:cNvPr id="9" name="point-band-2">
            <a:extLst xmlns:a="http://schemas.openxmlformats.org/drawingml/2006/main">
              <a:ext uri="{FF2B5EF4-FFF2-40B4-BE49-F238E27FC236}">
                <a16:creationId xmlns:a16="http://schemas.microsoft.com/office/drawing/2014/main" id="{AEDF034C-8ECB-41D8-B35F-152457E3428F}"/>
              </a:ext>
            </a:extLst>
          </p:cNvPr>
          <p:cNvSpPr>
            <a:spLocks xmlns:a="http://schemas.openxmlformats.org/drawingml/2006/main" noGrp="1"/>
          </p:cNvSpPr>
          <p:nvPr/>
        </p:nvSpPr>
        <p:spPr>
          <a:xfrm xmlns:a="http://schemas.openxmlformats.org/drawingml/2006/main">
            <a:off x="409257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FDAA4EDA-4D58-4059-9CAA-73052B2B3CDC}"/>
              </a:ext>
            </a:extLst>
          </p:cNvPr>
          <p:cNvSpPr>
            <a:spLocks xmlns:a="http://schemas.openxmlformats.org/drawingml/2006/main" noGrp="1"/>
          </p:cNvSpPr>
          <p:nvPr/>
        </p:nvSpPr>
        <p:spPr>
          <a:xfrm xmlns:a="http://schemas.openxmlformats.org/drawingml/2006/main">
            <a:off x="409257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Distribute only for scale, isolation, or polyglot requirements.</a:t>
            </a:r>
          </a:p>
        </p:txBody>
      </p:sp>
      <p:sp>
        <p:nvSpPr>
          <p:cNvPr id="11" name="point-band-3">
            <a:extLst xmlns:a="http://schemas.openxmlformats.org/drawingml/2006/main">
              <a:ext uri="{FF2B5EF4-FFF2-40B4-BE49-F238E27FC236}">
                <a16:creationId xmlns:a16="http://schemas.microsoft.com/office/drawing/2014/main" id="{EC5289D8-7F78-4ACB-A41E-E8A088ED1493}"/>
              </a:ext>
            </a:extLst>
          </p:cNvPr>
          <p:cNvSpPr>
            <a:spLocks xmlns:a="http://schemas.openxmlformats.org/drawingml/2006/main" noGrp="1"/>
          </p:cNvSpPr>
          <p:nvPr/>
        </p:nvSpPr>
        <p:spPr>
          <a:xfrm xmlns:a="http://schemas.openxmlformats.org/drawingml/2006/main">
            <a:off x="7794625" y="4048125"/>
            <a:ext cx="3435350"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9A6B01AC-BF2D-498F-9A13-0AB1DC119EE4}"/>
              </a:ext>
            </a:extLst>
          </p:cNvPr>
          <p:cNvSpPr>
            <a:spLocks xmlns:a="http://schemas.openxmlformats.org/drawingml/2006/main" noGrp="1"/>
          </p:cNvSpPr>
          <p:nvPr/>
        </p:nvSpPr>
        <p:spPr>
          <a:xfrm xmlns:a="http://schemas.openxmlformats.org/drawingml/2006/main">
            <a:off x="7794625" y="4324350"/>
            <a:ext cx="34353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Persist state intentionally across instance lifecycles.</a:t>
            </a:r>
          </a:p>
        </p:txBody>
      </p:sp>
    </p:spTree>
    <p:extLst>
      <p:ext uri="{BB962C8B-B14F-4D97-AF65-F5344CB8AC3E}">
        <p14:creationId xmlns:p14="http://schemas.microsoft.com/office/powerpoint/2010/main" val="5990600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line">
            <a:extLst xmlns:a="http://schemas.openxmlformats.org/drawingml/2006/main">
              <a:ext uri="{FF2B5EF4-FFF2-40B4-BE49-F238E27FC236}">
                <a16:creationId xmlns:a16="http://schemas.microsoft.com/office/drawing/2014/main" id="{671A7EFE-5669-4BC6-AD00-9447D2CBD845}"/>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AD7F4EB9-FC73-4A74-9502-F5BB924D3FEF}"/>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05  /  08</a:t>
            </a:r>
          </a:p>
        </p:txBody>
      </p:sp>
      <p:sp>
        <p:nvSpPr>
          <p:cNvPr id="3" name="slide-number">
            <a:extLst xmlns:a="http://schemas.openxmlformats.org/drawingml/2006/main">
              <a:ext uri="{FF2B5EF4-FFF2-40B4-BE49-F238E27FC236}">
                <a16:creationId xmlns:a16="http://schemas.microsoft.com/office/drawing/2014/main" id="{D5D8EE31-EDB1-43E4-8107-D0D6D69552E8}"/>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07</a:t>
            </a:r>
          </a:p>
        </p:txBody>
      </p:sp>
      <p:sp>
        <p:nvSpPr>
          <p:cNvPr id="4" name="chapter-footer">
            <a:extLst xmlns:a="http://schemas.openxmlformats.org/drawingml/2006/main">
              <a:ext uri="{FF2B5EF4-FFF2-40B4-BE49-F238E27FC236}">
                <a16:creationId xmlns:a16="http://schemas.microsoft.com/office/drawing/2014/main" id="{CCA7B141-A39C-4B58-830C-82F74DC566E5}"/>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section-title">
            <a:extLst xmlns:a="http://schemas.openxmlformats.org/drawingml/2006/main">
              <a:ext uri="{FF2B5EF4-FFF2-40B4-BE49-F238E27FC236}">
                <a16:creationId xmlns:a16="http://schemas.microsoft.com/office/drawing/2014/main" id="{AD76AA92-47F6-4486-86D9-8F68A9306AB2}"/>
              </a:ext>
            </a:extLst>
          </p:cNvPr>
          <p:cNvSpPr>
            <a:spLocks xmlns:a="http://schemas.openxmlformats.org/drawingml/2006/main" noGrp="1"/>
          </p:cNvSpPr>
          <p:nvPr/>
        </p:nvSpPr>
        <p:spPr>
          <a:xfrm xmlns:a="http://schemas.openxmlformats.org/drawingml/2006/main">
            <a:off x="390525" y="971550"/>
            <a:ext cx="11144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Communication can be shared-state or message-based</a:t>
            </a:r>
          </a:p>
        </p:txBody>
      </p:sp>
      <p:sp>
        <p:nvSpPr>
          <p:cNvPr id="6" name="section-explanation">
            <a:extLst xmlns:a="http://schemas.openxmlformats.org/drawingml/2006/main">
              <a:ext uri="{FF2B5EF4-FFF2-40B4-BE49-F238E27FC236}">
                <a16:creationId xmlns:a16="http://schemas.microsoft.com/office/drawing/2014/main" id="{8D6DEAD3-6CBC-4715-B1DE-394691AD204C}"/>
              </a:ext>
            </a:extLst>
          </p:cNvPr>
          <p:cNvSpPr>
            <a:spLocks xmlns:a="http://schemas.openxmlformats.org/drawingml/2006/main" noGrp="1"/>
          </p:cNvSpPr>
          <p:nvPr/>
        </p:nvSpPr>
        <p:spPr>
          <a:xfrm xmlns:a="http://schemas.openxmlformats.org/drawingml/2006/main">
            <a:off x="390525" y="2381250"/>
            <a:ext cx="4524375"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5B5B57"/>
                </a:solidFill>
                <a:latin typeface="Helvetica Neue"/>
                <a:ea typeface="Helvetica Neue"/>
                <a:cs typeface="Helvetica Neue"/>
              </a:defRPr>
            </a:pPr>
            <a:r>
              <a:rPr sz="1875" b="0">
                <a:solidFill>
                  <a:srgbClr val="5B5B57"/>
                </a:solidFill>
                <a:latin typeface="Helvetica Neue"/>
                <a:ea typeface="Helvetica Neue"/>
                <a:cs typeface="Helvetica Neue"/>
              </a:rPr>
              <a:t>A blackboard lets agents read and update common state. Direct messaging targets a specific agent. Publish-subscribe decouples publishers from subscribers through topics. Topic scope is also a security boundary.</a:t>
            </a:r>
          </a:p>
        </p:txBody>
      </p:sp>
      <p:sp>
        <p:nvSpPr>
          <p:cNvPr id="7" name="column-rule">
            <a:extLst xmlns:a="http://schemas.openxmlformats.org/drawingml/2006/main">
              <a:ext uri="{FF2B5EF4-FFF2-40B4-BE49-F238E27FC236}">
                <a16:creationId xmlns:a16="http://schemas.microsoft.com/office/drawing/2014/main" id="{02D51F32-1857-469F-9013-0EEB029C215E}"/>
              </a:ext>
            </a:extLst>
          </p:cNvPr>
          <p:cNvSpPr>
            <a:spLocks xmlns:a="http://schemas.openxmlformats.org/drawingml/2006/main" noGrp="1"/>
          </p:cNvSpPr>
          <p:nvPr/>
        </p:nvSpPr>
        <p:spPr>
          <a:xfrm xmlns:a="http://schemas.openxmlformats.org/drawingml/2006/main">
            <a:off x="5334000" y="2343150"/>
            <a:ext cx="47625" cy="325755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section-points">
            <a:extLst xmlns:a="http://schemas.openxmlformats.org/drawingml/2006/main">
              <a:ext uri="{FF2B5EF4-FFF2-40B4-BE49-F238E27FC236}">
                <a16:creationId xmlns:a16="http://schemas.microsoft.com/office/drawing/2014/main" id="{6AC875FC-E4B4-4791-B8A1-6EDDB323A18C}"/>
              </a:ext>
            </a:extLst>
          </p:cNvPr>
          <p:cNvSpPr>
            <a:spLocks xmlns:a="http://schemas.openxmlformats.org/drawingml/2006/main" noGrp="1"/>
          </p:cNvSpPr>
          <p:nvPr/>
        </p:nvSpPr>
        <p:spPr>
          <a:xfrm xmlns:a="http://schemas.openxmlformats.org/drawingml/2006/main">
            <a:off x="5857875" y="2343150"/>
            <a:ext cx="5572125"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01  Shared state simplifies synthesis but can create coupling.</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02  Direct messaging makes ownership explicit.</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03  Pub-sub supports fan-out and looser coupling.</a:t>
            </a:r>
          </a:p>
          <a:p xmlns:a="http://schemas.openxmlformats.org/drawingml/2006/main">
            <a:r>
              <a:t/>
            </a:r>
          </a:p>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04  Partition topics by user, session, or tenant to prevent leakage.</a:t>
            </a:r>
          </a:p>
        </p:txBody>
      </p:sp>
    </p:spTree>
    <p:extLst>
      <p:ext uri="{BB962C8B-B14F-4D97-AF65-F5344CB8AC3E}">
        <p14:creationId xmlns:p14="http://schemas.microsoft.com/office/powerpoint/2010/main" val="1394268781"/>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accent-line">
            <a:extLst xmlns:a="http://schemas.openxmlformats.org/drawingml/2006/main">
              <a:ext uri="{FF2B5EF4-FFF2-40B4-BE49-F238E27FC236}">
                <a16:creationId xmlns:a16="http://schemas.microsoft.com/office/drawing/2014/main" id="{EDAC3E79-9733-42A8-A9EE-391AA25D5FFB}"/>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8CB3CC00-45F6-4890-A632-BC2F6C91D413}"/>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CORE IDEA 06  /  08</a:t>
            </a:r>
          </a:p>
        </p:txBody>
      </p:sp>
      <p:sp>
        <p:nvSpPr>
          <p:cNvPr id="3" name="slide-number">
            <a:extLst xmlns:a="http://schemas.openxmlformats.org/drawingml/2006/main">
              <a:ext uri="{FF2B5EF4-FFF2-40B4-BE49-F238E27FC236}">
                <a16:creationId xmlns:a16="http://schemas.microsoft.com/office/drawing/2014/main" id="{57F7B977-92F0-4011-996E-F5C5446AB36F}"/>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08</a:t>
            </a:r>
          </a:p>
        </p:txBody>
      </p:sp>
      <p:sp>
        <p:nvSpPr>
          <p:cNvPr id="4" name="chapter-footer">
            <a:extLst xmlns:a="http://schemas.openxmlformats.org/drawingml/2006/main">
              <a:ext uri="{FF2B5EF4-FFF2-40B4-BE49-F238E27FC236}">
                <a16:creationId xmlns:a16="http://schemas.microsoft.com/office/drawing/2014/main" id="{2F1A5D9E-87FD-41ED-B447-A4DD9870320B}"/>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section-title">
            <a:extLst xmlns:a="http://schemas.openxmlformats.org/drawingml/2006/main">
              <a:ext uri="{FF2B5EF4-FFF2-40B4-BE49-F238E27FC236}">
                <a16:creationId xmlns:a16="http://schemas.microsoft.com/office/drawing/2014/main" id="{39A9C1AC-0287-4EF9-8FA0-7031A035102A}"/>
              </a:ext>
            </a:extLst>
          </p:cNvPr>
          <p:cNvSpPr>
            <a:spLocks xmlns:a="http://schemas.openxmlformats.org/drawingml/2006/main" noGrp="1"/>
          </p:cNvSpPr>
          <p:nvPr/>
        </p:nvSpPr>
        <p:spPr>
          <a:xfrm xmlns:a="http://schemas.openxmlformats.org/drawingml/2006/main">
            <a:off x="390525" y="1000125"/>
            <a:ext cx="1114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Topology determines control and failure shape</a:t>
            </a:r>
          </a:p>
        </p:txBody>
      </p:sp>
      <p:sp>
        <p:nvSpPr>
          <p:cNvPr id="6" name="section-explanation">
            <a:extLst xmlns:a="http://schemas.openxmlformats.org/drawingml/2006/main">
              <a:ext uri="{FF2B5EF4-FFF2-40B4-BE49-F238E27FC236}">
                <a16:creationId xmlns:a16="http://schemas.microsoft.com/office/drawing/2014/main" id="{D9AA222B-3317-4866-B27C-FE92AC89E382}"/>
              </a:ext>
            </a:extLst>
          </p:cNvPr>
          <p:cNvSpPr>
            <a:spLocks xmlns:a="http://schemas.openxmlformats.org/drawingml/2006/main" noGrp="1"/>
          </p:cNvSpPr>
          <p:nvPr/>
        </p:nvSpPr>
        <p:spPr>
          <a:xfrm xmlns:a="http://schemas.openxmlformats.org/drawingml/2006/main">
            <a:off x="1143000" y="21431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A centralized supervisor decomposes, routes, and synthesizes with clear accountability but becomes a bottleneck. Peer-to-peer systems remove the single boss but are harder to control. Hierarchies compose teams at scale while multiplying coordination layers.</a:t>
            </a:r>
          </a:p>
        </p:txBody>
      </p:sp>
      <p:sp>
        <p:nvSpPr>
          <p:cNvPr id="7" name="point-band-1">
            <a:extLst xmlns:a="http://schemas.openxmlformats.org/drawingml/2006/main">
              <a:ext uri="{FF2B5EF4-FFF2-40B4-BE49-F238E27FC236}">
                <a16:creationId xmlns:a16="http://schemas.microsoft.com/office/drawing/2014/main" id="{0B7503BB-B7A8-4C6E-AC2D-7C65BDB9C8E6}"/>
              </a:ext>
            </a:extLst>
          </p:cNvPr>
          <p:cNvSpPr>
            <a:spLocks xmlns:a="http://schemas.openxmlformats.org/drawingml/2006/main" noGrp="1"/>
          </p:cNvSpPr>
          <p:nvPr/>
        </p:nvSpPr>
        <p:spPr>
          <a:xfrm xmlns:a="http://schemas.openxmlformats.org/drawingml/2006/main">
            <a:off x="390525"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8" name="point-1">
            <a:extLst xmlns:a="http://schemas.openxmlformats.org/drawingml/2006/main">
              <a:ext uri="{FF2B5EF4-FFF2-40B4-BE49-F238E27FC236}">
                <a16:creationId xmlns:a16="http://schemas.microsoft.com/office/drawing/2014/main" id="{95DBC330-FF0B-4DA9-83B5-8A083E79CBA7}"/>
              </a:ext>
            </a:extLst>
          </p:cNvPr>
          <p:cNvSpPr>
            <a:spLocks xmlns:a="http://schemas.openxmlformats.org/drawingml/2006/main" noGrp="1"/>
          </p:cNvSpPr>
          <p:nvPr/>
        </p:nvSpPr>
        <p:spPr>
          <a:xfrm xmlns:a="http://schemas.openxmlformats.org/drawingml/2006/main">
            <a:off x="390525"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Supervisors behave like LLM routers over shared state.</a:t>
            </a:r>
          </a:p>
        </p:txBody>
      </p:sp>
      <p:sp>
        <p:nvSpPr>
          <p:cNvPr id="9" name="point-band-2">
            <a:extLst xmlns:a="http://schemas.openxmlformats.org/drawingml/2006/main">
              <a:ext uri="{FF2B5EF4-FFF2-40B4-BE49-F238E27FC236}">
                <a16:creationId xmlns:a16="http://schemas.microsoft.com/office/drawing/2014/main" id="{3CD039BC-5F00-44F6-BCED-E5B20F608D83}"/>
              </a:ext>
            </a:extLst>
          </p:cNvPr>
          <p:cNvSpPr>
            <a:spLocks xmlns:a="http://schemas.openxmlformats.org/drawingml/2006/main" noGrp="1"/>
          </p:cNvSpPr>
          <p:nvPr/>
        </p:nvSpPr>
        <p:spPr>
          <a:xfrm xmlns:a="http://schemas.openxmlformats.org/drawingml/2006/main">
            <a:off x="3167063"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0" name="point-2">
            <a:extLst xmlns:a="http://schemas.openxmlformats.org/drawingml/2006/main">
              <a:ext uri="{FF2B5EF4-FFF2-40B4-BE49-F238E27FC236}">
                <a16:creationId xmlns:a16="http://schemas.microsoft.com/office/drawing/2014/main" id="{D4661B89-60D7-4A81-8C0A-58AE22E65700}"/>
              </a:ext>
            </a:extLst>
          </p:cNvPr>
          <p:cNvSpPr>
            <a:spLocks xmlns:a="http://schemas.openxmlformats.org/drawingml/2006/main" noGrp="1"/>
          </p:cNvSpPr>
          <p:nvPr/>
        </p:nvSpPr>
        <p:spPr>
          <a:xfrm xmlns:a="http://schemas.openxmlformats.org/drawingml/2006/main">
            <a:off x="3167063"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Peers need negotiation, consensus, and termination rules.</a:t>
            </a:r>
          </a:p>
        </p:txBody>
      </p:sp>
      <p:sp>
        <p:nvSpPr>
          <p:cNvPr id="11" name="point-band-3">
            <a:extLst xmlns:a="http://schemas.openxmlformats.org/drawingml/2006/main">
              <a:ext uri="{FF2B5EF4-FFF2-40B4-BE49-F238E27FC236}">
                <a16:creationId xmlns:a16="http://schemas.microsoft.com/office/drawing/2014/main" id="{D33F896A-0CB4-4601-B8DB-C06E4D74E4E2}"/>
              </a:ext>
            </a:extLst>
          </p:cNvPr>
          <p:cNvSpPr>
            <a:spLocks xmlns:a="http://schemas.openxmlformats.org/drawingml/2006/main" noGrp="1"/>
          </p:cNvSpPr>
          <p:nvPr/>
        </p:nvSpPr>
        <p:spPr>
          <a:xfrm xmlns:a="http://schemas.openxmlformats.org/drawingml/2006/main">
            <a:off x="5943600"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2" name="point-3">
            <a:extLst xmlns:a="http://schemas.openxmlformats.org/drawingml/2006/main">
              <a:ext uri="{FF2B5EF4-FFF2-40B4-BE49-F238E27FC236}">
                <a16:creationId xmlns:a16="http://schemas.microsoft.com/office/drawing/2014/main" id="{F7B9E2D5-D46B-4B73-9C5A-212E6FA798BC}"/>
              </a:ext>
            </a:extLst>
          </p:cNvPr>
          <p:cNvSpPr>
            <a:spLocks xmlns:a="http://schemas.openxmlformats.org/drawingml/2006/main" noGrp="1"/>
          </p:cNvSpPr>
          <p:nvPr/>
        </p:nvSpPr>
        <p:spPr>
          <a:xfrm xmlns:a="http://schemas.openxmlformats.org/drawingml/2006/main">
            <a:off x="5943600"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Hierarchies need bounded delegation at every level.</a:t>
            </a:r>
          </a:p>
        </p:txBody>
      </p:sp>
      <p:sp>
        <p:nvSpPr>
          <p:cNvPr id="13" name="point-band-4">
            <a:extLst xmlns:a="http://schemas.openxmlformats.org/drawingml/2006/main">
              <a:ext uri="{FF2B5EF4-FFF2-40B4-BE49-F238E27FC236}">
                <a16:creationId xmlns:a16="http://schemas.microsoft.com/office/drawing/2014/main" id="{AF21F687-783B-4AAA-A30F-8922E0888D9F}"/>
              </a:ext>
            </a:extLst>
          </p:cNvPr>
          <p:cNvSpPr>
            <a:spLocks xmlns:a="http://schemas.openxmlformats.org/drawingml/2006/main" noGrp="1"/>
          </p:cNvSpPr>
          <p:nvPr/>
        </p:nvSpPr>
        <p:spPr>
          <a:xfrm xmlns:a="http://schemas.openxmlformats.org/drawingml/2006/main">
            <a:off x="8720138" y="4048125"/>
            <a:ext cx="2509838" cy="76200"/>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14" name="point-4">
            <a:extLst xmlns:a="http://schemas.openxmlformats.org/drawingml/2006/main">
              <a:ext uri="{FF2B5EF4-FFF2-40B4-BE49-F238E27FC236}">
                <a16:creationId xmlns:a16="http://schemas.microsoft.com/office/drawing/2014/main" id="{E6BA4DE3-F0AF-4DF6-A228-142DDCB11CA5}"/>
              </a:ext>
            </a:extLst>
          </p:cNvPr>
          <p:cNvSpPr>
            <a:spLocks xmlns:a="http://schemas.openxmlformats.org/drawingml/2006/main" noGrp="1"/>
          </p:cNvSpPr>
          <p:nvPr/>
        </p:nvSpPr>
        <p:spPr>
          <a:xfrm xmlns:a="http://schemas.openxmlformats.org/drawingml/2006/main">
            <a:off x="8720138" y="4324350"/>
            <a:ext cx="2509838"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Measure handoffs, agent-specific failures, and total call budget.</a:t>
            </a:r>
          </a:p>
        </p:txBody>
      </p:sp>
    </p:spTree>
    <p:extLst>
      <p:ext uri="{BB962C8B-B14F-4D97-AF65-F5344CB8AC3E}">
        <p14:creationId xmlns:p14="http://schemas.microsoft.com/office/powerpoint/2010/main" val="1896012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accent-line">
            <a:extLst xmlns:a="http://schemas.openxmlformats.org/drawingml/2006/main">
              <a:ext uri="{FF2B5EF4-FFF2-40B4-BE49-F238E27FC236}">
                <a16:creationId xmlns:a16="http://schemas.microsoft.com/office/drawing/2014/main" id="{AFFFDC0B-C5B5-4DB4-A360-0F83C88047F3}"/>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19DE9324-2043-4CCF-88BE-684DDDCFDFA9}"/>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EXAM CHECK  /  08</a:t>
            </a:r>
          </a:p>
        </p:txBody>
      </p:sp>
      <p:sp>
        <p:nvSpPr>
          <p:cNvPr id="3" name="slide-number">
            <a:extLst xmlns:a="http://schemas.openxmlformats.org/drawingml/2006/main">
              <a:ext uri="{FF2B5EF4-FFF2-40B4-BE49-F238E27FC236}">
                <a16:creationId xmlns:a16="http://schemas.microsoft.com/office/drawing/2014/main" id="{EE7630B1-7CC4-4FE0-9A3E-0425AEF849B3}"/>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09</a:t>
            </a:r>
          </a:p>
        </p:txBody>
      </p:sp>
      <p:sp>
        <p:nvSpPr>
          <p:cNvPr id="4" name="chapter-footer">
            <a:extLst xmlns:a="http://schemas.openxmlformats.org/drawingml/2006/main">
              <a:ext uri="{FF2B5EF4-FFF2-40B4-BE49-F238E27FC236}">
                <a16:creationId xmlns:a16="http://schemas.microsoft.com/office/drawing/2014/main" id="{FE7F04E2-64FA-488D-AC2A-76D43798A05F}"/>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exam-title">
            <a:extLst xmlns:a="http://schemas.openxmlformats.org/drawingml/2006/main">
              <a:ext uri="{FF2B5EF4-FFF2-40B4-BE49-F238E27FC236}">
                <a16:creationId xmlns:a16="http://schemas.microsoft.com/office/drawing/2014/main" id="{07E4A4A7-70F1-4404-9CC1-24E1ADBFB21C}"/>
              </a:ext>
            </a:extLst>
          </p:cNvPr>
          <p:cNvSpPr>
            <a:spLocks xmlns:a="http://schemas.openxmlformats.org/drawingml/2006/main" noGrp="1"/>
          </p:cNvSpPr>
          <p:nvPr/>
        </p:nvSpPr>
        <p:spPr>
          <a:xfrm xmlns:a="http://schemas.openxmlformats.org/drawingml/2006/main">
            <a:off x="390525" y="981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Can you answer these without notes?</a:t>
            </a:r>
          </a:p>
        </p:txBody>
      </p:sp>
      <p:sp>
        <p:nvSpPr>
          <p:cNvPr id="6" name="exam-number-1">
            <a:extLst xmlns:a="http://schemas.openxmlformats.org/drawingml/2006/main">
              <a:ext uri="{FF2B5EF4-FFF2-40B4-BE49-F238E27FC236}">
                <a16:creationId xmlns:a16="http://schemas.microsoft.com/office/drawing/2014/main" id="{1C9DE29F-98BF-4DF1-901E-B5B346D6DCA8}"/>
              </a:ext>
            </a:extLst>
          </p:cNvPr>
          <p:cNvSpPr>
            <a:spLocks xmlns:a="http://schemas.openxmlformats.org/drawingml/2006/main" noGrp="1"/>
          </p:cNvSpPr>
          <p:nvPr/>
        </p:nvSpPr>
        <p:spPr>
          <a:xfrm xmlns:a="http://schemas.openxmlformats.org/drawingml/2006/main">
            <a:off x="390525"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01</a:t>
            </a:r>
          </a:p>
        </p:txBody>
      </p:sp>
      <p:sp>
        <p:nvSpPr>
          <p:cNvPr id="7" name="exam-question-1">
            <a:extLst xmlns:a="http://schemas.openxmlformats.org/drawingml/2006/main">
              <a:ext uri="{FF2B5EF4-FFF2-40B4-BE49-F238E27FC236}">
                <a16:creationId xmlns:a16="http://schemas.microsoft.com/office/drawing/2014/main" id="{50C95ECE-7F31-41F6-B978-8A98EE32178A}"/>
              </a:ext>
            </a:extLst>
          </p:cNvPr>
          <p:cNvSpPr>
            <a:spLocks xmlns:a="http://schemas.openxmlformats.org/drawingml/2006/main" noGrp="1"/>
          </p:cNvSpPr>
          <p:nvPr/>
        </p:nvSpPr>
        <p:spPr>
          <a:xfrm xmlns:a="http://schemas.openxmlformats.org/drawingml/2006/main">
            <a:off x="1076325"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List four benefits and four costs of multi-agent systems.</a:t>
            </a:r>
          </a:p>
        </p:txBody>
      </p:sp>
      <p:sp>
        <p:nvSpPr>
          <p:cNvPr id="8" name="exam-number-2">
            <a:extLst xmlns:a="http://schemas.openxmlformats.org/drawingml/2006/main">
              <a:ext uri="{FF2B5EF4-FFF2-40B4-BE49-F238E27FC236}">
                <a16:creationId xmlns:a16="http://schemas.microsoft.com/office/drawing/2014/main" id="{89E77D2A-3485-44E8-9109-E0D9C3A3F5A0}"/>
              </a:ext>
            </a:extLst>
          </p:cNvPr>
          <p:cNvSpPr>
            <a:spLocks xmlns:a="http://schemas.openxmlformats.org/drawingml/2006/main" noGrp="1"/>
          </p:cNvSpPr>
          <p:nvPr/>
        </p:nvSpPr>
        <p:spPr>
          <a:xfrm xmlns:a="http://schemas.openxmlformats.org/drawingml/2006/main">
            <a:off x="6191250" y="22383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02</a:t>
            </a:r>
          </a:p>
        </p:txBody>
      </p:sp>
      <p:sp>
        <p:nvSpPr>
          <p:cNvPr id="9" name="exam-question-2">
            <a:extLst xmlns:a="http://schemas.openxmlformats.org/drawingml/2006/main">
              <a:ext uri="{FF2B5EF4-FFF2-40B4-BE49-F238E27FC236}">
                <a16:creationId xmlns:a16="http://schemas.microsoft.com/office/drawing/2014/main" id="{725C005C-5CA5-43BF-8F48-A80F580190BB}"/>
              </a:ext>
            </a:extLst>
          </p:cNvPr>
          <p:cNvSpPr>
            <a:spLocks xmlns:a="http://schemas.openxmlformats.org/drawingml/2006/main" noGrp="1"/>
          </p:cNvSpPr>
          <p:nvPr/>
        </p:nvSpPr>
        <p:spPr>
          <a:xfrm xmlns:a="http://schemas.openxmlformats.org/drawingml/2006/main">
            <a:off x="6877050" y="22383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What are the four dimensions of collaboration?</a:t>
            </a:r>
          </a:p>
        </p:txBody>
      </p:sp>
      <p:sp>
        <p:nvSpPr>
          <p:cNvPr id="10" name="exam-number-3">
            <a:extLst xmlns:a="http://schemas.openxmlformats.org/drawingml/2006/main">
              <a:ext uri="{FF2B5EF4-FFF2-40B4-BE49-F238E27FC236}">
                <a16:creationId xmlns:a16="http://schemas.microsoft.com/office/drawing/2014/main" id="{D2301E5B-3000-4CFB-AAB6-CD0DFF91238C}"/>
              </a:ext>
            </a:extLst>
          </p:cNvPr>
          <p:cNvSpPr>
            <a:spLocks xmlns:a="http://schemas.openxmlformats.org/drawingml/2006/main" noGrp="1"/>
          </p:cNvSpPr>
          <p:nvPr/>
        </p:nvSpPr>
        <p:spPr>
          <a:xfrm xmlns:a="http://schemas.openxmlformats.org/drawingml/2006/main">
            <a:off x="390525"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03</a:t>
            </a:r>
          </a:p>
        </p:txBody>
      </p:sp>
      <p:sp>
        <p:nvSpPr>
          <p:cNvPr id="11" name="exam-question-3">
            <a:extLst xmlns:a="http://schemas.openxmlformats.org/drawingml/2006/main">
              <a:ext uri="{FF2B5EF4-FFF2-40B4-BE49-F238E27FC236}">
                <a16:creationId xmlns:a16="http://schemas.microsoft.com/office/drawing/2014/main" id="{1F8E0E9C-4495-4F7E-8090-FA6573EEA32E}"/>
              </a:ext>
            </a:extLst>
          </p:cNvPr>
          <p:cNvSpPr>
            <a:spLocks xmlns:a="http://schemas.openxmlformats.org/drawingml/2006/main" noGrp="1"/>
          </p:cNvSpPr>
          <p:nvPr/>
        </p:nvSpPr>
        <p:spPr>
          <a:xfrm xmlns:a="http://schemas.openxmlformats.org/drawingml/2006/main">
            <a:off x="1076325"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shared state, direct messaging, and publish-subscribe.</a:t>
            </a:r>
          </a:p>
        </p:txBody>
      </p:sp>
      <p:sp>
        <p:nvSpPr>
          <p:cNvPr id="12" name="exam-number-4">
            <a:extLst xmlns:a="http://schemas.openxmlformats.org/drawingml/2006/main">
              <a:ext uri="{FF2B5EF4-FFF2-40B4-BE49-F238E27FC236}">
                <a16:creationId xmlns:a16="http://schemas.microsoft.com/office/drawing/2014/main" id="{847D907A-3095-4B89-996B-BFF972719B47}"/>
              </a:ext>
            </a:extLst>
          </p:cNvPr>
          <p:cNvSpPr>
            <a:spLocks xmlns:a="http://schemas.openxmlformats.org/drawingml/2006/main" noGrp="1"/>
          </p:cNvSpPr>
          <p:nvPr/>
        </p:nvSpPr>
        <p:spPr>
          <a:xfrm xmlns:a="http://schemas.openxmlformats.org/drawingml/2006/main">
            <a:off x="6191250" y="34956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04</a:t>
            </a:r>
          </a:p>
        </p:txBody>
      </p:sp>
      <p:sp>
        <p:nvSpPr>
          <p:cNvPr id="13" name="exam-question-4">
            <a:extLst xmlns:a="http://schemas.openxmlformats.org/drawingml/2006/main">
              <a:ext uri="{FF2B5EF4-FFF2-40B4-BE49-F238E27FC236}">
                <a16:creationId xmlns:a16="http://schemas.microsoft.com/office/drawing/2014/main" id="{DC853544-F7F5-4128-8AB2-1A4142226BBB}"/>
              </a:ext>
            </a:extLst>
          </p:cNvPr>
          <p:cNvSpPr>
            <a:spLocks xmlns:a="http://schemas.openxmlformats.org/drawingml/2006/main" noGrp="1"/>
          </p:cNvSpPr>
          <p:nvPr/>
        </p:nvSpPr>
        <p:spPr>
          <a:xfrm xmlns:a="http://schemas.openxmlformats.org/drawingml/2006/main">
            <a:off x="6877050" y="34956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When is a distributed runtime justified?</a:t>
            </a:r>
          </a:p>
        </p:txBody>
      </p:sp>
      <p:sp>
        <p:nvSpPr>
          <p:cNvPr id="14" name="exam-number-5">
            <a:extLst xmlns:a="http://schemas.openxmlformats.org/drawingml/2006/main">
              <a:ext uri="{FF2B5EF4-FFF2-40B4-BE49-F238E27FC236}">
                <a16:creationId xmlns:a16="http://schemas.microsoft.com/office/drawing/2014/main" id="{2F2A72CE-59BD-4541-9C7B-967BF82DD6C7}"/>
              </a:ext>
            </a:extLst>
          </p:cNvPr>
          <p:cNvSpPr>
            <a:spLocks xmlns:a="http://schemas.openxmlformats.org/drawingml/2006/main" noGrp="1"/>
          </p:cNvSpPr>
          <p:nvPr/>
        </p:nvSpPr>
        <p:spPr>
          <a:xfrm xmlns:a="http://schemas.openxmlformats.org/drawingml/2006/main">
            <a:off x="390525"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05</a:t>
            </a:r>
          </a:p>
        </p:txBody>
      </p:sp>
      <p:sp>
        <p:nvSpPr>
          <p:cNvPr id="15" name="exam-question-5">
            <a:extLst xmlns:a="http://schemas.openxmlformats.org/drawingml/2006/main">
              <a:ext uri="{FF2B5EF4-FFF2-40B4-BE49-F238E27FC236}">
                <a16:creationId xmlns:a16="http://schemas.microsoft.com/office/drawing/2014/main" id="{101F6F17-7D83-4891-8981-142201C8B105}"/>
              </a:ext>
            </a:extLst>
          </p:cNvPr>
          <p:cNvSpPr>
            <a:spLocks xmlns:a="http://schemas.openxmlformats.org/drawingml/2006/main" noGrp="1"/>
          </p:cNvSpPr>
          <p:nvPr/>
        </p:nvSpPr>
        <p:spPr>
          <a:xfrm xmlns:a="http://schemas.openxmlformats.org/drawingml/2006/main">
            <a:off x="1076325"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Compare centralized, decentralized, and hierarchical topologies.</a:t>
            </a:r>
          </a:p>
        </p:txBody>
      </p:sp>
      <p:sp>
        <p:nvSpPr>
          <p:cNvPr id="16" name="exam-number-6">
            <a:extLst xmlns:a="http://schemas.openxmlformats.org/drawingml/2006/main">
              <a:ext uri="{FF2B5EF4-FFF2-40B4-BE49-F238E27FC236}">
                <a16:creationId xmlns:a16="http://schemas.microsoft.com/office/drawing/2014/main" id="{38A5EA88-F02E-4CA5-8F46-17D0F8F9FFE3}"/>
              </a:ext>
            </a:extLst>
          </p:cNvPr>
          <p:cNvSpPr>
            <a:spLocks xmlns:a="http://schemas.openxmlformats.org/drawingml/2006/main" noGrp="1"/>
          </p:cNvSpPr>
          <p:nvPr/>
        </p:nvSpPr>
        <p:spPr>
          <a:xfrm xmlns:a="http://schemas.openxmlformats.org/drawingml/2006/main">
            <a:off x="6191250" y="4752975"/>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B45E"/>
                </a:solidFill>
                <a:latin typeface="Helvetica Neue"/>
                <a:ea typeface="Helvetica Neue"/>
                <a:cs typeface="Helvetica Neue"/>
              </a:defRPr>
            </a:pPr>
            <a:r>
              <a:rPr sz="1725" b="1">
                <a:solidFill>
                  <a:srgbClr val="FFB45E"/>
                </a:solidFill>
                <a:latin typeface="Helvetica Neue"/>
                <a:ea typeface="Helvetica Neue"/>
                <a:cs typeface="Helvetica Neue"/>
              </a:rPr>
              <a:t>06</a:t>
            </a:r>
          </a:p>
        </p:txBody>
      </p:sp>
      <p:sp>
        <p:nvSpPr>
          <p:cNvPr id="17" name="exam-question-6">
            <a:extLst xmlns:a="http://schemas.openxmlformats.org/drawingml/2006/main">
              <a:ext uri="{FF2B5EF4-FFF2-40B4-BE49-F238E27FC236}">
                <a16:creationId xmlns:a16="http://schemas.microsoft.com/office/drawing/2014/main" id="{F0F69FF2-AC04-4B17-8959-9C9B37090FA1}"/>
              </a:ext>
            </a:extLst>
          </p:cNvPr>
          <p:cNvSpPr>
            <a:spLocks xmlns:a="http://schemas.openxmlformats.org/drawingml/2006/main" noGrp="1"/>
          </p:cNvSpPr>
          <p:nvPr/>
        </p:nvSpPr>
        <p:spPr>
          <a:xfrm xmlns:a="http://schemas.openxmlformats.org/drawingml/2006/main">
            <a:off x="6877050" y="4752975"/>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How does a supervisor pattern terminate safely?</a:t>
            </a:r>
          </a:p>
        </p:txBody>
      </p:sp>
    </p:spTree>
    <p:extLst>
      <p:ext uri="{BB962C8B-B14F-4D97-AF65-F5344CB8AC3E}">
        <p14:creationId xmlns:p14="http://schemas.microsoft.com/office/powerpoint/2010/main" val="134231200"/>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4" name="accent-line">
            <a:extLst xmlns:a="http://schemas.openxmlformats.org/drawingml/2006/main">
              <a:ext uri="{FF2B5EF4-FFF2-40B4-BE49-F238E27FC236}">
                <a16:creationId xmlns:a16="http://schemas.microsoft.com/office/drawing/2014/main" id="{4D435469-23D6-42E6-B3F6-F33F589BA61F}"/>
              </a:ext>
            </a:extLst>
          </p:cNvPr>
          <p:cNvSpPr>
            <a:spLocks xmlns:a="http://schemas.openxmlformats.org/drawingml/2006/main" noGrp="1"/>
          </p:cNvSpPr>
          <p:nvPr/>
        </p:nvSpPr>
        <p:spPr>
          <a:xfrm xmlns:a="http://schemas.openxmlformats.org/drawingml/2006/main">
            <a:off x="390525" y="304800"/>
            <a:ext cx="11410950" cy="66675"/>
          </a:xfrm>
          <a:prstGeom xmlns:a="http://schemas.openxmlformats.org/drawingml/2006/main" prst="rect">
            <a:avLst/>
          </a:prstGeom>
          <a:solidFill xmlns:a="http://schemas.openxmlformats.org/drawingml/2006/main">
            <a:srgbClr val="FFB45E"/>
          </a:solidFill>
          <a:ln xmlns:a="http://schemas.openxmlformats.org/drawingml/2006/main" w="0">
            <a:solidFill>
              <a:srgbClr val="FFB45E"/>
            </a:solidFill>
            <a:prstDash val="solid"/>
          </a:ln>
        </p:spPr>
      </p:sp>
      <p:sp>
        <p:nvSpPr>
          <p:cNvPr id="2" name="chapter-label">
            <a:extLst xmlns:a="http://schemas.openxmlformats.org/drawingml/2006/main">
              <a:ext uri="{FF2B5EF4-FFF2-40B4-BE49-F238E27FC236}">
                <a16:creationId xmlns:a16="http://schemas.microsoft.com/office/drawing/2014/main" id="{B80E641E-8E59-4027-87E3-5C1DE9561C40}"/>
              </a:ext>
            </a:extLst>
          </p:cNvPr>
          <p:cNvSpPr>
            <a:spLocks xmlns:a="http://schemas.openxmlformats.org/drawingml/2006/main" noGrp="1"/>
          </p:cNvSpPr>
          <p:nvPr/>
        </p:nvSpPr>
        <p:spPr>
          <a:xfrm xmlns:a="http://schemas.openxmlformats.org/drawingml/2006/main">
            <a:off x="390525" y="466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5B5B57"/>
                </a:solidFill>
                <a:latin typeface="Helvetica Neue"/>
                <a:ea typeface="Helvetica Neue"/>
                <a:cs typeface="Helvetica Neue"/>
              </a:defRPr>
            </a:pPr>
            <a:r>
              <a:rPr sz="1275" b="1">
                <a:solidFill>
                  <a:srgbClr val="5B5B57"/>
                </a:solidFill>
                <a:latin typeface="Helvetica Neue"/>
                <a:ea typeface="Helvetica Neue"/>
                <a:cs typeface="Helvetica Neue"/>
              </a:rPr>
              <a:t>CHAPTER SYNTHESIS  /  08</a:t>
            </a:r>
          </a:p>
        </p:txBody>
      </p:sp>
      <p:sp>
        <p:nvSpPr>
          <p:cNvPr id="3" name="slide-number">
            <a:extLst xmlns:a="http://schemas.openxmlformats.org/drawingml/2006/main">
              <a:ext uri="{FF2B5EF4-FFF2-40B4-BE49-F238E27FC236}">
                <a16:creationId xmlns:a16="http://schemas.microsoft.com/office/drawing/2014/main" id="{3EFD7CA3-41EF-4D42-AEC8-C17B7BB1E732}"/>
              </a:ext>
            </a:extLst>
          </p:cNvPr>
          <p:cNvSpPr>
            <a:spLocks xmlns:a="http://schemas.openxmlformats.org/drawingml/2006/main" noGrp="1"/>
          </p:cNvSpPr>
          <p:nvPr/>
        </p:nvSpPr>
        <p:spPr>
          <a:xfrm xmlns:a="http://schemas.openxmlformats.org/drawingml/2006/main">
            <a:off x="11049000" y="6286500"/>
            <a:ext cx="742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200" b="0">
                <a:solidFill>
                  <a:srgbClr val="5B5B57"/>
                </a:solidFill>
                <a:latin typeface="Helvetica Neue"/>
                <a:ea typeface="Helvetica Neue"/>
                <a:cs typeface="Helvetica Neue"/>
              </a:defRPr>
            </a:pPr>
            <a:r>
              <a:rPr sz="1200" b="0">
                <a:solidFill>
                  <a:srgbClr val="5B5B57"/>
                </a:solidFill>
                <a:latin typeface="Helvetica Neue"/>
                <a:ea typeface="Helvetica Neue"/>
                <a:cs typeface="Helvetica Neue"/>
              </a:rPr>
              <a:t>10</a:t>
            </a:r>
          </a:p>
        </p:txBody>
      </p:sp>
      <p:sp>
        <p:nvSpPr>
          <p:cNvPr id="4" name="chapter-footer">
            <a:extLst xmlns:a="http://schemas.openxmlformats.org/drawingml/2006/main">
              <a:ext uri="{FF2B5EF4-FFF2-40B4-BE49-F238E27FC236}">
                <a16:creationId xmlns:a16="http://schemas.microsoft.com/office/drawing/2014/main" id="{39479805-23F5-44BE-9D7A-7C6D92F19860}"/>
              </a:ext>
            </a:extLst>
          </p:cNvPr>
          <p:cNvSpPr>
            <a:spLocks xmlns:a="http://schemas.openxmlformats.org/drawingml/2006/main" noGrp="1"/>
          </p:cNvSpPr>
          <p:nvPr/>
        </p:nvSpPr>
        <p:spPr>
          <a:xfrm xmlns:a="http://schemas.openxmlformats.org/drawingml/2006/main">
            <a:off x="390525" y="62865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0">
                <a:solidFill>
                  <a:srgbClr val="5B5B57"/>
                </a:solidFill>
                <a:latin typeface="Helvetica Neue"/>
                <a:ea typeface="Helvetica Neue"/>
                <a:cs typeface="Helvetica Neue"/>
              </a:defRPr>
            </a:pPr>
            <a:r>
              <a:rPr sz="1125" b="0">
                <a:solidFill>
                  <a:srgbClr val="5B5B57"/>
                </a:solidFill>
                <a:latin typeface="Helvetica Neue"/>
                <a:ea typeface="Helvetica Neue"/>
                <a:cs typeface="Helvetica Neue"/>
              </a:rPr>
              <a:t>Multi-Agent Systems</a:t>
            </a:r>
          </a:p>
        </p:txBody>
      </p:sp>
      <p:sp>
        <p:nvSpPr>
          <p:cNvPr id="5" name="closing-title">
            <a:extLst xmlns:a="http://schemas.openxmlformats.org/drawingml/2006/main">
              <a:ext uri="{FF2B5EF4-FFF2-40B4-BE49-F238E27FC236}">
                <a16:creationId xmlns:a16="http://schemas.microsoft.com/office/drawing/2014/main" id="{14199640-8B0B-4082-8EB1-0B949716CA84}"/>
              </a:ext>
            </a:extLst>
          </p:cNvPr>
          <p:cNvSpPr>
            <a:spLocks xmlns:a="http://schemas.openxmlformats.org/drawingml/2006/main" noGrp="1"/>
          </p:cNvSpPr>
          <p:nvPr/>
        </p:nvSpPr>
        <p:spPr>
          <a:xfrm xmlns:a="http://schemas.openxmlformats.org/drawingml/2006/main">
            <a:off x="390525" y="1047750"/>
            <a:ext cx="10287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150" b="1">
                <a:solidFill>
                  <a:srgbClr val="111111"/>
                </a:solidFill>
                <a:latin typeface="Helvetica Neue"/>
                <a:ea typeface="Helvetica Neue"/>
                <a:cs typeface="Helvetica Neue"/>
              </a:defRPr>
            </a:pPr>
            <a:r>
              <a:rPr sz="3150" b="1">
                <a:solidFill>
                  <a:srgbClr val="111111"/>
                </a:solidFill>
                <a:latin typeface="Helvetica Neue"/>
                <a:ea typeface="Helvetica Neue"/>
                <a:cs typeface="Helvetica Neue"/>
              </a:rPr>
              <a:t>What must remain after the details fade</a:t>
            </a:r>
          </a:p>
        </p:txBody>
      </p:sp>
      <p:sp>
        <p:nvSpPr>
          <p:cNvPr id="6" name="takeaway-number-1">
            <a:extLst xmlns:a="http://schemas.openxmlformats.org/drawingml/2006/main">
              <a:ext uri="{FF2B5EF4-FFF2-40B4-BE49-F238E27FC236}">
                <a16:creationId xmlns:a16="http://schemas.microsoft.com/office/drawing/2014/main" id="{723C973B-59A6-475C-8D72-AB689CBCBCF8}"/>
              </a:ext>
            </a:extLst>
          </p:cNvPr>
          <p:cNvSpPr>
            <a:spLocks xmlns:a="http://schemas.openxmlformats.org/drawingml/2006/main" noGrp="1"/>
          </p:cNvSpPr>
          <p:nvPr/>
        </p:nvSpPr>
        <p:spPr>
          <a:xfrm xmlns:a="http://schemas.openxmlformats.org/drawingml/2006/main">
            <a:off x="390525" y="23336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01</a:t>
            </a:r>
          </a:p>
        </p:txBody>
      </p:sp>
      <p:sp>
        <p:nvSpPr>
          <p:cNvPr id="7" name="takeaway-1">
            <a:extLst xmlns:a="http://schemas.openxmlformats.org/drawingml/2006/main">
              <a:ext uri="{FF2B5EF4-FFF2-40B4-BE49-F238E27FC236}">
                <a16:creationId xmlns:a16="http://schemas.microsoft.com/office/drawing/2014/main" id="{BFF59768-85F7-4AB4-84D6-A6130A019480}"/>
              </a:ext>
            </a:extLst>
          </p:cNvPr>
          <p:cNvSpPr>
            <a:spLocks xmlns:a="http://schemas.openxmlformats.org/drawingml/2006/main" noGrp="1"/>
          </p:cNvSpPr>
          <p:nvPr/>
        </p:nvSpPr>
        <p:spPr>
          <a:xfrm xmlns:a="http://schemas.openxmlformats.org/drawingml/2006/main">
            <a:off x="1257300" y="23145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Use multiple agents for genuine specialization or parallelism.</a:t>
            </a:r>
          </a:p>
        </p:txBody>
      </p:sp>
      <p:sp>
        <p:nvSpPr>
          <p:cNvPr id="8" name="takeaway-number-2">
            <a:extLst xmlns:a="http://schemas.openxmlformats.org/drawingml/2006/main">
              <a:ext uri="{FF2B5EF4-FFF2-40B4-BE49-F238E27FC236}">
                <a16:creationId xmlns:a16="http://schemas.microsoft.com/office/drawing/2014/main" id="{E95CC5B0-9D19-452F-9503-44B0D2C7706E}"/>
              </a:ext>
            </a:extLst>
          </p:cNvPr>
          <p:cNvSpPr>
            <a:spLocks xmlns:a="http://schemas.openxmlformats.org/drawingml/2006/main" noGrp="1"/>
          </p:cNvSpPr>
          <p:nvPr/>
        </p:nvSpPr>
        <p:spPr>
          <a:xfrm xmlns:a="http://schemas.openxmlformats.org/drawingml/2006/main">
            <a:off x="390525" y="32099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02</a:t>
            </a:r>
          </a:p>
        </p:txBody>
      </p:sp>
      <p:sp>
        <p:nvSpPr>
          <p:cNvPr id="9" name="takeaway-2">
            <a:extLst xmlns:a="http://schemas.openxmlformats.org/drawingml/2006/main">
              <a:ext uri="{FF2B5EF4-FFF2-40B4-BE49-F238E27FC236}">
                <a16:creationId xmlns:a16="http://schemas.microsoft.com/office/drawing/2014/main" id="{A2228D5C-C73D-47AC-AD04-CAC0DBAE2177}"/>
              </a:ext>
            </a:extLst>
          </p:cNvPr>
          <p:cNvSpPr>
            <a:spLocks xmlns:a="http://schemas.openxmlformats.org/drawingml/2006/main" noGrp="1"/>
          </p:cNvSpPr>
          <p:nvPr/>
        </p:nvSpPr>
        <p:spPr>
          <a:xfrm xmlns:a="http://schemas.openxmlformats.org/drawingml/2006/main">
            <a:off x="1257300" y="31908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A runtime provides identity, lifecycle, and messaging.</a:t>
            </a:r>
          </a:p>
        </p:txBody>
      </p:sp>
      <p:sp>
        <p:nvSpPr>
          <p:cNvPr id="10" name="takeaway-number-3">
            <a:extLst xmlns:a="http://schemas.openxmlformats.org/drawingml/2006/main">
              <a:ext uri="{FF2B5EF4-FFF2-40B4-BE49-F238E27FC236}">
                <a16:creationId xmlns:a16="http://schemas.microsoft.com/office/drawing/2014/main" id="{E935C8CD-F6D2-4728-87C6-84BD0A2CB78E}"/>
              </a:ext>
            </a:extLst>
          </p:cNvPr>
          <p:cNvSpPr>
            <a:spLocks xmlns:a="http://schemas.openxmlformats.org/drawingml/2006/main" noGrp="1"/>
          </p:cNvSpPr>
          <p:nvPr/>
        </p:nvSpPr>
        <p:spPr>
          <a:xfrm xmlns:a="http://schemas.openxmlformats.org/drawingml/2006/main">
            <a:off x="390525" y="40862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03</a:t>
            </a:r>
          </a:p>
        </p:txBody>
      </p:sp>
      <p:sp>
        <p:nvSpPr>
          <p:cNvPr id="11" name="takeaway-3">
            <a:extLst xmlns:a="http://schemas.openxmlformats.org/drawingml/2006/main">
              <a:ext uri="{FF2B5EF4-FFF2-40B4-BE49-F238E27FC236}">
                <a16:creationId xmlns:a16="http://schemas.microsoft.com/office/drawing/2014/main" id="{B5BFF72E-CB32-4FCC-8779-290C637FFC88}"/>
              </a:ext>
            </a:extLst>
          </p:cNvPr>
          <p:cNvSpPr>
            <a:spLocks xmlns:a="http://schemas.openxmlformats.org/drawingml/2006/main" noGrp="1"/>
          </p:cNvSpPr>
          <p:nvPr/>
        </p:nvSpPr>
        <p:spPr>
          <a:xfrm xmlns:a="http://schemas.openxmlformats.org/drawingml/2006/main">
            <a:off x="1257300" y="40671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Communication and topology determine security and debugging complexity.</a:t>
            </a:r>
          </a:p>
        </p:txBody>
      </p:sp>
      <p:sp>
        <p:nvSpPr>
          <p:cNvPr id="12" name="takeaway-number-4">
            <a:extLst xmlns:a="http://schemas.openxmlformats.org/drawingml/2006/main">
              <a:ext uri="{FF2B5EF4-FFF2-40B4-BE49-F238E27FC236}">
                <a16:creationId xmlns:a16="http://schemas.microsoft.com/office/drawing/2014/main" id="{03DF193B-49B8-4C65-A00B-D67336661548}"/>
              </a:ext>
            </a:extLst>
          </p:cNvPr>
          <p:cNvSpPr>
            <a:spLocks xmlns:a="http://schemas.openxmlformats.org/drawingml/2006/main" noGrp="1"/>
          </p:cNvSpPr>
          <p:nvPr/>
        </p:nvSpPr>
        <p:spPr>
          <a:xfrm xmlns:a="http://schemas.openxmlformats.org/drawingml/2006/main">
            <a:off x="390525" y="4962525"/>
            <a:ext cx="704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250" b="1">
                <a:solidFill>
                  <a:srgbClr val="FFB45E"/>
                </a:solidFill>
                <a:latin typeface="Helvetica Neue"/>
                <a:ea typeface="Helvetica Neue"/>
                <a:cs typeface="Helvetica Neue"/>
              </a:defRPr>
            </a:pPr>
            <a:r>
              <a:rPr sz="2250" b="1">
                <a:solidFill>
                  <a:srgbClr val="FFB45E"/>
                </a:solidFill>
                <a:latin typeface="Helvetica Neue"/>
                <a:ea typeface="Helvetica Neue"/>
                <a:cs typeface="Helvetica Neue"/>
              </a:rPr>
              <a:t>04</a:t>
            </a:r>
          </a:p>
        </p:txBody>
      </p:sp>
      <p:sp>
        <p:nvSpPr>
          <p:cNvPr id="13" name="takeaway-4">
            <a:extLst xmlns:a="http://schemas.openxmlformats.org/drawingml/2006/main">
              <a:ext uri="{FF2B5EF4-FFF2-40B4-BE49-F238E27FC236}">
                <a16:creationId xmlns:a16="http://schemas.microsoft.com/office/drawing/2014/main" id="{6A9413D7-3C17-49C9-8B68-BEA0C7168315}"/>
              </a:ext>
            </a:extLst>
          </p:cNvPr>
          <p:cNvSpPr>
            <a:spLocks xmlns:a="http://schemas.openxmlformats.org/drawingml/2006/main" noGrp="1"/>
          </p:cNvSpPr>
          <p:nvPr/>
        </p:nvSpPr>
        <p:spPr>
          <a:xfrm xmlns:a="http://schemas.openxmlformats.org/drawingml/2006/main">
            <a:off x="1257300" y="4943475"/>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Every team needs an owner of synthesis, budget, and completion.</a:t>
            </a:r>
          </a:p>
        </p:txBody>
      </p:sp>
    </p:spTree>
    <p:extLst>
      <p:ext uri="{BB962C8B-B14F-4D97-AF65-F5344CB8AC3E}">
        <p14:creationId xmlns:p14="http://schemas.microsoft.com/office/powerpoint/2010/main" val="718788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2026-07-27T18:05:35.1510000Z</dcterms:created>
  <dcterms:modified xsi:type="dcterms:W3CDTF">2026-07-27T18:05:35.1510000Z</dcterms:modified>
</coreProperties>
</file>